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.svg" ContentType="image/svg+xml"/>
  <Override PartName="/ppt/media/image10.svg" ContentType="image/svg+xml"/>
  <Override PartName="/ppt/media/image11.svg" ContentType="image/svg+xml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4.svg" ContentType="image/svg+xml"/>
  <Override PartName="/ppt/media/image3.svg" ContentType="image/svg+xml"/>
  <Override PartName="/ppt/media/image5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26" r:id="rId4"/>
    <p:sldMasterId id="2147483971" r:id="rId5"/>
  </p:sldMasterIdLst>
  <p:notesMasterIdLst>
    <p:notesMasterId r:id="rId7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  <a:srgbClr val="8B2C00"/>
    <a:srgbClr val="B23A00"/>
    <a:srgbClr val="DA4800"/>
    <a:srgbClr val="FBA76C"/>
    <a:srgbClr val="FDD9B8"/>
    <a:srgbClr val="EAE3D2"/>
    <a:srgbClr val="4682B5"/>
    <a:srgbClr val="DC143C"/>
    <a:srgbClr val="285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FEA419B-BCDB-4C27-8AB2-1E94C2BD932B}">
  <a:tblStyle styleId="{BFEA419B-BCDB-4C27-8AB2-1E94C2BD932B}" styleName="Elsevier light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12700" cmpd="sng">
              <a:solidFill>
                <a:srgbClr val="E1DFDB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solidFill>
            <a:schemeClr val="lt2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tx2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0" cmpd="sng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solidFill>
            <a:schemeClr val="lt1"/>
          </a:solidFill>
        </a:fill>
      </a:tcStyle>
    </a:firstRow>
  </a:tblStyle>
  <a:tblStyle styleId="{BFEA419B-BCDB-4C27-8AB2-1E94C2BD932C}" styleName="Elsevier dark">
    <a:wholeTbl>
      <a:tcTxStyle>
        <a:fontRef idx="minor">
          <a:prstClr val="white"/>
        </a:fontRef>
        <a:srgbClr val="EAE3D2"/>
      </a:tcTxStyle>
      <a:tcStyle>
        <a:tcBdr>
          <a:left>
            <a:ln w="0" cmpd="sng">
              <a:solidFill>
                <a:srgbClr val="1E1E1E"/>
              </a:solidFill>
            </a:ln>
          </a:left>
          <a:right>
            <a:ln w="0" cmpd="sng">
              <a:solidFill>
                <a:srgbClr val="1E1E1E"/>
              </a:solidFill>
            </a:ln>
          </a:right>
          <a:top>
            <a:ln w="0" cmpd="sng">
              <a:solidFill>
                <a:srgbClr val="1E1E1E"/>
              </a:solidFill>
            </a:ln>
          </a:top>
          <a:bottom>
            <a:ln w="0" cmpd="sng">
              <a:solidFill>
                <a:srgbClr val="1E1E1E"/>
              </a:solidFill>
            </a:ln>
          </a:bottom>
          <a:insideH>
            <a:ln w="12700" cmpd="sng">
              <a:solidFill>
                <a:srgbClr val="FFFFFF"/>
              </a:solidFill>
            </a:ln>
          </a:insideH>
          <a:insideV>
            <a:ln w="0" cmpd="sng">
              <a:solidFill>
                <a:srgbClr val="1E1E1E"/>
              </a:solidFill>
            </a:ln>
          </a:insideV>
        </a:tcBdr>
        <a:fill>
          <a:solidFill>
            <a:srgbClr val="1E1E1E"/>
          </a:solidFill>
        </a:fill>
      </a:tcStyle>
    </a:wholeTbl>
    <a:band1H>
      <a:tcStyle>
        <a:tcBdr/>
        <a:fill>
          <a:solidFill>
            <a:srgbClr val="1E1E1E"/>
          </a:solidFill>
        </a:fill>
      </a:tcStyle>
    </a:band1H>
    <a:band2H>
      <a:tcStyle>
        <a:tcBdr/>
        <a:fill>
          <a:solidFill>
            <a:srgbClr val="544946"/>
          </a:solidFill>
        </a:fill>
      </a:tcStyle>
    </a:band2H>
    <a:band1V>
      <a:tcStyle>
        <a:tcBdr/>
        <a:fill>
          <a:solidFill>
            <a:srgbClr val="544946"/>
          </a:solidFill>
        </a:fill>
      </a:tcStyle>
    </a:band1V>
    <a:band2V>
      <a:tcStyle>
        <a:tcBdr/>
      </a:tcStyle>
    </a:band2V>
    <a:lastCol>
      <a:tcTxStyle b="on">
        <a:fontRef idx="minor">
          <a:prstClr val="white"/>
        </a:fontRef>
        <a:srgbClr val="EAE3D2"/>
      </a:tcTxStyle>
      <a:tcStyle>
        <a:tcBdr/>
        <a:fill>
          <a:solidFill>
            <a:srgbClr val="1E1E1E"/>
          </a:solidFill>
        </a:fill>
      </a:tcStyle>
    </a:lastCol>
    <a:firstCol>
      <a:tcTxStyle b="on">
        <a:fontRef idx="minor">
          <a:prstClr val="white"/>
        </a:fontRef>
        <a:srgbClr val="EAE3D2"/>
      </a:tcTxStyle>
      <a:tcStyle>
        <a:tcBdr/>
        <a:fill>
          <a:solidFill>
            <a:srgbClr val="1E1E1E"/>
          </a:solidFill>
        </a:fill>
      </a:tcStyle>
    </a:firstCol>
    <a:lastRow>
      <a:tcTxStyle b="on">
        <a:fontRef idx="minor">
          <a:prstClr val="white"/>
        </a:fontRef>
        <a:srgbClr val="EAE3D2"/>
      </a:tcTxStyle>
      <a:tcStyle>
        <a:tcBdr>
          <a:top>
            <a:ln w="0" cmpd="sng">
              <a:solidFill>
                <a:srgbClr val="1E1E1E"/>
              </a:solidFill>
            </a:ln>
          </a:top>
        </a:tcBdr>
        <a:fill>
          <a:solidFill>
            <a:srgbClr val="1E1E1E"/>
          </a:solidFill>
        </a:fill>
      </a:tcStyle>
    </a:lastRow>
    <a:firstRow>
      <a:tcTxStyle b="on">
        <a:fontRef idx="minor">
          <a:prstClr val="white"/>
        </a:fontRef>
        <a:srgbClr val="EAE3D2"/>
      </a:tcTxStyle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6743"/>
  </p:normalViewPr>
  <p:slideViewPr>
    <p:cSldViewPr snapToGrid="0" showGuides="1">
      <p:cViewPr varScale="1">
        <p:scale>
          <a:sx n="170" d="100"/>
          <a:sy n="170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 score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Sheet1!$A$2:$A$3</c:f>
              <c:strCache>
                <c:ptCount val="2"/>
                <c:pt idx="0">
                  <c:v>Spec v2.1</c:v>
                </c:pt>
                <c:pt idx="1">
                  <c:v>Spec v2.4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</c:v>
                </c:pt>
                <c:pt idx="1">
                  <c:v>52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majorUnit val="13.0"/>
      </c:valAx>
    </c:plotArea>
    <c:dispBlanksAs val="gap"/>
  </c:chart>
  <c:txPr>
    <a:bodyPr/>
    <a:lstStyle/>
    <a:p>
      <a:pPr>
        <a:defRPr sz="1000"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20F987AE-2327-E641-8F49-D43F3D323CA7}" type="datetimeFigureOut">
              <a:rPr lang="en-US" smtClean="0"/>
              <a:pPr/>
              <a:t>6/17/26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8C13772-551C-6945-9C91-A39EDAC19ED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997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9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9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5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9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2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2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0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0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0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0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0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1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1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1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sv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eg"/><Relationship Id="rId3" Type="http://schemas.openxmlformats.org/officeDocument/2006/relationships/image" Target="../media/image22.sv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eg"/><Relationship Id="rId3" Type="http://schemas.openxmlformats.org/officeDocument/2006/relationships/image" Target="../media/image22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eg"/><Relationship Id="rId3" Type="http://schemas.openxmlformats.org/officeDocument/2006/relationships/image" Target="../media/image22.sv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3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3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svg"/><Relationship Id="rId3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33D8557-708A-63F8-E3F0-46300F55EE9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81746" y="411163"/>
            <a:ext cx="3230454" cy="3889376"/>
          </a:xfrm>
          <a:custGeom>
            <a:avLst/>
            <a:gdLst>
              <a:gd name="connsiteX0" fmla="*/ 1287193 w 3289788"/>
              <a:gd name="connsiteY0" fmla="*/ 0 h 3960812"/>
              <a:gd name="connsiteX1" fmla="*/ 3289788 w 3289788"/>
              <a:gd name="connsiteY1" fmla="*/ 0 h 3960812"/>
              <a:gd name="connsiteX2" fmla="*/ 3289788 w 3289788"/>
              <a:gd name="connsiteY2" fmla="*/ 2670127 h 3960812"/>
              <a:gd name="connsiteX3" fmla="*/ 3032351 w 3289788"/>
              <a:gd name="connsiteY3" fmla="*/ 2670127 h 3960812"/>
              <a:gd name="connsiteX4" fmla="*/ 3032351 w 3289788"/>
              <a:gd name="connsiteY4" fmla="*/ 2928264 h 3960812"/>
              <a:gd name="connsiteX5" fmla="*/ 2774912 w 3289788"/>
              <a:gd name="connsiteY5" fmla="*/ 2928264 h 3960812"/>
              <a:gd name="connsiteX6" fmla="*/ 2774912 w 3289788"/>
              <a:gd name="connsiteY6" fmla="*/ 3186401 h 3960812"/>
              <a:gd name="connsiteX7" fmla="*/ 2517473 w 3289788"/>
              <a:gd name="connsiteY7" fmla="*/ 3186401 h 3960812"/>
              <a:gd name="connsiteX8" fmla="*/ 2517473 w 3289788"/>
              <a:gd name="connsiteY8" fmla="*/ 3444538 h 3960812"/>
              <a:gd name="connsiteX9" fmla="*/ 2260034 w 3289788"/>
              <a:gd name="connsiteY9" fmla="*/ 3444538 h 3960812"/>
              <a:gd name="connsiteX10" fmla="*/ 2260034 w 3289788"/>
              <a:gd name="connsiteY10" fmla="*/ 3702675 h 3960812"/>
              <a:gd name="connsiteX11" fmla="*/ 2002595 w 3289788"/>
              <a:gd name="connsiteY11" fmla="*/ 3702675 h 3960812"/>
              <a:gd name="connsiteX12" fmla="*/ 2002595 w 3289788"/>
              <a:gd name="connsiteY12" fmla="*/ 3960812 h 3960812"/>
              <a:gd name="connsiteX13" fmla="*/ 0 w 3289788"/>
              <a:gd name="connsiteY13" fmla="*/ 3960812 h 3960812"/>
              <a:gd name="connsiteX14" fmla="*/ 0 w 3289788"/>
              <a:gd name="connsiteY14" fmla="*/ 1290685 h 3960812"/>
              <a:gd name="connsiteX15" fmla="*/ 257439 w 3289788"/>
              <a:gd name="connsiteY15" fmla="*/ 1290685 h 3960812"/>
              <a:gd name="connsiteX16" fmla="*/ 257439 w 3289788"/>
              <a:gd name="connsiteY16" fmla="*/ 1032548 h 3960812"/>
              <a:gd name="connsiteX17" fmla="*/ 514878 w 3289788"/>
              <a:gd name="connsiteY17" fmla="*/ 1032548 h 3960812"/>
              <a:gd name="connsiteX18" fmla="*/ 514878 w 3289788"/>
              <a:gd name="connsiteY18" fmla="*/ 774411 h 3960812"/>
              <a:gd name="connsiteX19" fmla="*/ 772317 w 3289788"/>
              <a:gd name="connsiteY19" fmla="*/ 774411 h 3960812"/>
              <a:gd name="connsiteX20" fmla="*/ 772317 w 3289788"/>
              <a:gd name="connsiteY20" fmla="*/ 516274 h 3960812"/>
              <a:gd name="connsiteX21" fmla="*/ 1029756 w 3289788"/>
              <a:gd name="connsiteY21" fmla="*/ 516274 h 3960812"/>
              <a:gd name="connsiteX22" fmla="*/ 1029756 w 3289788"/>
              <a:gd name="connsiteY22" fmla="*/ 258137 h 3960812"/>
              <a:gd name="connsiteX23" fmla="*/ 1287193 w 3289788"/>
              <a:gd name="connsiteY23" fmla="*/ 258137 h 3960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289788" h="3960812">
                <a:moveTo>
                  <a:pt x="1287193" y="0"/>
                </a:moveTo>
                <a:lnTo>
                  <a:pt x="3289788" y="0"/>
                </a:lnTo>
                <a:lnTo>
                  <a:pt x="3289788" y="2670127"/>
                </a:lnTo>
                <a:lnTo>
                  <a:pt x="3032351" y="2670127"/>
                </a:lnTo>
                <a:lnTo>
                  <a:pt x="3032351" y="2928264"/>
                </a:lnTo>
                <a:lnTo>
                  <a:pt x="2774912" y="2928264"/>
                </a:lnTo>
                <a:lnTo>
                  <a:pt x="2774912" y="3186401"/>
                </a:lnTo>
                <a:lnTo>
                  <a:pt x="2517473" y="3186401"/>
                </a:lnTo>
                <a:lnTo>
                  <a:pt x="2517473" y="3444538"/>
                </a:lnTo>
                <a:lnTo>
                  <a:pt x="2260034" y="3444538"/>
                </a:lnTo>
                <a:lnTo>
                  <a:pt x="2260034" y="3702675"/>
                </a:lnTo>
                <a:lnTo>
                  <a:pt x="2002595" y="3702675"/>
                </a:lnTo>
                <a:lnTo>
                  <a:pt x="2002595" y="3960812"/>
                </a:lnTo>
                <a:lnTo>
                  <a:pt x="0" y="3960812"/>
                </a:lnTo>
                <a:lnTo>
                  <a:pt x="0" y="1290685"/>
                </a:lnTo>
                <a:lnTo>
                  <a:pt x="257439" y="1290685"/>
                </a:lnTo>
                <a:lnTo>
                  <a:pt x="257439" y="1032548"/>
                </a:lnTo>
                <a:lnTo>
                  <a:pt x="514878" y="1032548"/>
                </a:lnTo>
                <a:lnTo>
                  <a:pt x="514878" y="774411"/>
                </a:lnTo>
                <a:lnTo>
                  <a:pt x="772317" y="774411"/>
                </a:lnTo>
                <a:lnTo>
                  <a:pt x="772317" y="516274"/>
                </a:lnTo>
                <a:lnTo>
                  <a:pt x="1029756" y="516274"/>
                </a:lnTo>
                <a:lnTo>
                  <a:pt x="1029756" y="258137"/>
                </a:lnTo>
                <a:lnTo>
                  <a:pt x="1287193" y="25813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 dirty="0"/>
              <a:t>Insert picture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4045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4045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58931E8-9625-77F8-7BBF-076FE66C8C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9AE916-B687-C4D7-9FD0-5893E1BB13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41E60B3-75F2-0E0E-BD36-A2DC2DABD4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813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48">
            <a:extLst>
              <a:ext uri="{FF2B5EF4-FFF2-40B4-BE49-F238E27FC236}">
                <a16:creationId xmlns:a16="http://schemas.microsoft.com/office/drawing/2014/main" id="{A7551421-354E-1441-AEFF-FA5F95FCD9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35426" y="626385"/>
            <a:ext cx="3770985" cy="3709078"/>
          </a:xfrm>
          <a:custGeom>
            <a:avLst/>
            <a:gdLst>
              <a:gd name="connsiteX0" fmla="*/ 446456 w 3478814"/>
              <a:gd name="connsiteY0" fmla="*/ 2633052 h 3421704"/>
              <a:gd name="connsiteX1" fmla="*/ 3033202 w 3478814"/>
              <a:gd name="connsiteY1" fmla="*/ 2633052 h 3421704"/>
              <a:gd name="connsiteX2" fmla="*/ 3478814 w 3478814"/>
              <a:gd name="connsiteY2" fmla="*/ 3421704 h 3421704"/>
              <a:gd name="connsiteX3" fmla="*/ 0 w 3478814"/>
              <a:gd name="connsiteY3" fmla="*/ 3421704 h 3421704"/>
              <a:gd name="connsiteX4" fmla="*/ 446456 w 3478814"/>
              <a:gd name="connsiteY4" fmla="*/ 1755087 h 3421704"/>
              <a:gd name="connsiteX5" fmla="*/ 3033202 w 3478814"/>
              <a:gd name="connsiteY5" fmla="*/ 1755087 h 3421704"/>
              <a:gd name="connsiteX6" fmla="*/ 3478814 w 3478814"/>
              <a:gd name="connsiteY6" fmla="*/ 2543739 h 3421704"/>
              <a:gd name="connsiteX7" fmla="*/ 0 w 3478814"/>
              <a:gd name="connsiteY7" fmla="*/ 2543739 h 3421704"/>
              <a:gd name="connsiteX8" fmla="*/ 446456 w 3478814"/>
              <a:gd name="connsiteY8" fmla="*/ 877965 h 3421704"/>
              <a:gd name="connsiteX9" fmla="*/ 3033202 w 3478814"/>
              <a:gd name="connsiteY9" fmla="*/ 877965 h 3421704"/>
              <a:gd name="connsiteX10" fmla="*/ 3478814 w 3478814"/>
              <a:gd name="connsiteY10" fmla="*/ 1666617 h 3421704"/>
              <a:gd name="connsiteX11" fmla="*/ 0 w 3478814"/>
              <a:gd name="connsiteY11" fmla="*/ 1666617 h 3421704"/>
              <a:gd name="connsiteX12" fmla="*/ 446456 w 3478814"/>
              <a:gd name="connsiteY12" fmla="*/ 0 h 3421704"/>
              <a:gd name="connsiteX13" fmla="*/ 3033202 w 3478814"/>
              <a:gd name="connsiteY13" fmla="*/ 0 h 3421704"/>
              <a:gd name="connsiteX14" fmla="*/ 3478814 w 3478814"/>
              <a:gd name="connsiteY14" fmla="*/ 788652 h 3421704"/>
              <a:gd name="connsiteX15" fmla="*/ 0 w 3478814"/>
              <a:gd name="connsiteY15" fmla="*/ 788652 h 342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78814" h="3421704">
                <a:moveTo>
                  <a:pt x="446456" y="2633052"/>
                </a:moveTo>
                <a:lnTo>
                  <a:pt x="3033202" y="2633052"/>
                </a:lnTo>
                <a:lnTo>
                  <a:pt x="3478814" y="3421704"/>
                </a:lnTo>
                <a:lnTo>
                  <a:pt x="0" y="3421704"/>
                </a:lnTo>
                <a:close/>
                <a:moveTo>
                  <a:pt x="446456" y="1755087"/>
                </a:moveTo>
                <a:lnTo>
                  <a:pt x="3033202" y="1755087"/>
                </a:lnTo>
                <a:lnTo>
                  <a:pt x="3478814" y="2543739"/>
                </a:lnTo>
                <a:lnTo>
                  <a:pt x="0" y="2543739"/>
                </a:lnTo>
                <a:close/>
                <a:moveTo>
                  <a:pt x="446456" y="877965"/>
                </a:moveTo>
                <a:lnTo>
                  <a:pt x="3033202" y="877965"/>
                </a:lnTo>
                <a:lnTo>
                  <a:pt x="3478814" y="1666617"/>
                </a:lnTo>
                <a:lnTo>
                  <a:pt x="0" y="1666617"/>
                </a:lnTo>
                <a:close/>
                <a:moveTo>
                  <a:pt x="446456" y="0"/>
                </a:moveTo>
                <a:lnTo>
                  <a:pt x="3033202" y="0"/>
                </a:lnTo>
                <a:lnTo>
                  <a:pt x="3478814" y="788652"/>
                </a:lnTo>
                <a:lnTo>
                  <a:pt x="0" y="78865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ED9150D-1613-F146-E32A-0CB05393DF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C16C05C-893E-49DE-9457-EBC52B719B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27AB10-B2FD-93A0-4064-4D663FAF5B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717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518" userDrawn="1">
          <p15:clr>
            <a:srgbClr val="547EBF"/>
          </p15:clr>
        </p15:guide>
        <p15:guide id="6" orient="horz" pos="2822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94ACFC5-D53C-B324-758C-416E26F66A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B6B99DD-D7F7-2E0A-883F-E1809559BB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95C58F4-8715-632D-8CF4-744B399743A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9200" y="428624"/>
            <a:ext cx="3676950" cy="3929296"/>
          </a:xfrm>
          <a:custGeom>
            <a:avLst/>
            <a:gdLst>
              <a:gd name="connsiteX0" fmla="*/ 2149626 w 2778316"/>
              <a:gd name="connsiteY0" fmla="*/ 0 h 2968989"/>
              <a:gd name="connsiteX1" fmla="*/ 2778316 w 2778316"/>
              <a:gd name="connsiteY1" fmla="*/ 380335 h 2968989"/>
              <a:gd name="connsiteX2" fmla="*/ 2778316 w 2778316"/>
              <a:gd name="connsiteY2" fmla="*/ 2588653 h 2968989"/>
              <a:gd name="connsiteX3" fmla="*/ 2149626 w 2778316"/>
              <a:gd name="connsiteY3" fmla="*/ 2968989 h 2968989"/>
              <a:gd name="connsiteX4" fmla="*/ 0 w 2778316"/>
              <a:gd name="connsiteY4" fmla="*/ 0 h 2968989"/>
              <a:gd name="connsiteX5" fmla="*/ 628669 w 2778316"/>
              <a:gd name="connsiteY5" fmla="*/ 380335 h 2968989"/>
              <a:gd name="connsiteX6" fmla="*/ 628669 w 2778316"/>
              <a:gd name="connsiteY6" fmla="*/ 2588653 h 2968989"/>
              <a:gd name="connsiteX7" fmla="*/ 0 w 2778316"/>
              <a:gd name="connsiteY7" fmla="*/ 2968989 h 2968989"/>
              <a:gd name="connsiteX8" fmla="*/ 1426322 w 2778316"/>
              <a:gd name="connsiteY8" fmla="*/ 0 h 2968989"/>
              <a:gd name="connsiteX9" fmla="*/ 2075280 w 2778316"/>
              <a:gd name="connsiteY9" fmla="*/ 380335 h 2968989"/>
              <a:gd name="connsiteX10" fmla="*/ 2075280 w 2778316"/>
              <a:gd name="connsiteY10" fmla="*/ 2588653 h 2968989"/>
              <a:gd name="connsiteX11" fmla="*/ 1426322 w 2778316"/>
              <a:gd name="connsiteY11" fmla="*/ 2968989 h 2968989"/>
              <a:gd name="connsiteX12" fmla="*/ 703016 w 2778316"/>
              <a:gd name="connsiteY12" fmla="*/ 0 h 2968989"/>
              <a:gd name="connsiteX13" fmla="*/ 1351975 w 2778316"/>
              <a:gd name="connsiteY13" fmla="*/ 380335 h 2968989"/>
              <a:gd name="connsiteX14" fmla="*/ 1351975 w 2778316"/>
              <a:gd name="connsiteY14" fmla="*/ 2588653 h 2968989"/>
              <a:gd name="connsiteX15" fmla="*/ 703016 w 2778316"/>
              <a:gd name="connsiteY15" fmla="*/ 2968989 h 2968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78316" h="2968989">
                <a:moveTo>
                  <a:pt x="2149626" y="0"/>
                </a:moveTo>
                <a:lnTo>
                  <a:pt x="2778316" y="380335"/>
                </a:lnTo>
                <a:lnTo>
                  <a:pt x="2778316" y="2588653"/>
                </a:lnTo>
                <a:lnTo>
                  <a:pt x="2149626" y="2968989"/>
                </a:lnTo>
                <a:close/>
                <a:moveTo>
                  <a:pt x="0" y="0"/>
                </a:moveTo>
                <a:lnTo>
                  <a:pt x="628669" y="380335"/>
                </a:lnTo>
                <a:lnTo>
                  <a:pt x="628669" y="2588653"/>
                </a:lnTo>
                <a:lnTo>
                  <a:pt x="0" y="2968989"/>
                </a:lnTo>
                <a:close/>
                <a:moveTo>
                  <a:pt x="1426322" y="0"/>
                </a:moveTo>
                <a:lnTo>
                  <a:pt x="2075280" y="380335"/>
                </a:lnTo>
                <a:lnTo>
                  <a:pt x="2075280" y="2588653"/>
                </a:lnTo>
                <a:lnTo>
                  <a:pt x="1426322" y="2968989"/>
                </a:lnTo>
                <a:close/>
                <a:moveTo>
                  <a:pt x="703016" y="0"/>
                </a:moveTo>
                <a:lnTo>
                  <a:pt x="1351975" y="380335"/>
                </a:lnTo>
                <a:lnTo>
                  <a:pt x="1351975" y="2588653"/>
                </a:lnTo>
                <a:lnTo>
                  <a:pt x="703016" y="296898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147E773-C2F7-2F1C-3848-0DD1059AC1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67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704107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704107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C023564-A8C0-59B7-53F7-E6D3FBAED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84DA8362-D30F-485D-0F81-8D4790ABA45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00442" y="428625"/>
            <a:ext cx="190570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446405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0" fmla="*/ 4457616 w 4457616"/>
              <a:gd name="connsiteY0" fmla="*/ 3569 h 4464050"/>
              <a:gd name="connsiteX1" fmla="*/ 4457616 w 4457616"/>
              <a:gd name="connsiteY1" fmla="*/ 4460478 h 4464050"/>
              <a:gd name="connsiteX2" fmla="*/ 3658004 w 4457616"/>
              <a:gd name="connsiteY2" fmla="*/ 3893419 h 4464050"/>
              <a:gd name="connsiteX3" fmla="*/ 3658004 w 4457616"/>
              <a:gd name="connsiteY3" fmla="*/ 570628 h 4464050"/>
              <a:gd name="connsiteX4" fmla="*/ 4457616 w 4457616"/>
              <a:gd name="connsiteY4" fmla="*/ 3569 h 4464050"/>
              <a:gd name="connsiteX5" fmla="*/ 3539413 w 4457616"/>
              <a:gd name="connsiteY5" fmla="*/ 0 h 4464050"/>
              <a:gd name="connsiteX6" fmla="*/ 3541165 w 4457616"/>
              <a:gd name="connsiteY6" fmla="*/ 0 h 4464050"/>
              <a:gd name="connsiteX7" fmla="*/ 3541165 w 4457616"/>
              <a:gd name="connsiteY7" fmla="*/ 4464050 h 4464050"/>
              <a:gd name="connsiteX8" fmla="*/ 3539416 w 4457616"/>
              <a:gd name="connsiteY8" fmla="*/ 4464050 h 4464050"/>
              <a:gd name="connsiteX9" fmla="*/ 2909638 w 4457616"/>
              <a:gd name="connsiteY9" fmla="*/ 3893419 h 4464050"/>
              <a:gd name="connsiteX10" fmla="*/ 2909638 w 4457616"/>
              <a:gd name="connsiteY10" fmla="*/ 570628 h 4464050"/>
              <a:gd name="connsiteX11" fmla="*/ 3539413 w 4457616"/>
              <a:gd name="connsiteY11" fmla="*/ 0 h 4464050"/>
              <a:gd name="connsiteX12" fmla="*/ 2791206 w 4457616"/>
              <a:gd name="connsiteY12" fmla="*/ 0 h 4464050"/>
              <a:gd name="connsiteX13" fmla="*/ 2792601 w 4457616"/>
              <a:gd name="connsiteY13" fmla="*/ 0 h 4464050"/>
              <a:gd name="connsiteX14" fmla="*/ 2792601 w 4457616"/>
              <a:gd name="connsiteY14" fmla="*/ 4464050 h 4464050"/>
              <a:gd name="connsiteX15" fmla="*/ 2791209 w 4457616"/>
              <a:gd name="connsiteY15" fmla="*/ 4464050 h 4464050"/>
              <a:gd name="connsiteX16" fmla="*/ 2289796 w 4457616"/>
              <a:gd name="connsiteY16" fmla="*/ 3893419 h 4464050"/>
              <a:gd name="connsiteX17" fmla="*/ 2289796 w 4457616"/>
              <a:gd name="connsiteY17" fmla="*/ 570628 h 4464050"/>
              <a:gd name="connsiteX18" fmla="*/ 2791206 w 4457616"/>
              <a:gd name="connsiteY18" fmla="*/ 0 h 4464050"/>
              <a:gd name="connsiteX19" fmla="*/ 1670151 w 4457616"/>
              <a:gd name="connsiteY19" fmla="*/ 0 h 4464050"/>
              <a:gd name="connsiteX20" fmla="*/ 1671547 w 4457616"/>
              <a:gd name="connsiteY20" fmla="*/ 0 h 4464050"/>
              <a:gd name="connsiteX21" fmla="*/ 2172957 w 4457616"/>
              <a:gd name="connsiteY21" fmla="*/ 570628 h 4464050"/>
              <a:gd name="connsiteX22" fmla="*/ 2172957 w 4457616"/>
              <a:gd name="connsiteY22" fmla="*/ 3893320 h 4464050"/>
              <a:gd name="connsiteX23" fmla="*/ 1671456 w 4457616"/>
              <a:gd name="connsiteY23" fmla="*/ 4464050 h 4464050"/>
              <a:gd name="connsiteX24" fmla="*/ 1670151 w 4457616"/>
              <a:gd name="connsiteY24" fmla="*/ 4464050 h 4464050"/>
              <a:gd name="connsiteX25" fmla="*/ 1670151 w 4457616"/>
              <a:gd name="connsiteY25" fmla="*/ 0 h 4464050"/>
              <a:gd name="connsiteX26" fmla="*/ 921588 w 4457616"/>
              <a:gd name="connsiteY26" fmla="*/ 0 h 4464050"/>
              <a:gd name="connsiteX27" fmla="*/ 923341 w 4457616"/>
              <a:gd name="connsiteY27" fmla="*/ 0 h 4464050"/>
              <a:gd name="connsiteX28" fmla="*/ 1553114 w 4457616"/>
              <a:gd name="connsiteY28" fmla="*/ 570628 h 4464050"/>
              <a:gd name="connsiteX29" fmla="*/ 1553114 w 4457616"/>
              <a:gd name="connsiteY29" fmla="*/ 3893320 h 4464050"/>
              <a:gd name="connsiteX30" fmla="*/ 923227 w 4457616"/>
              <a:gd name="connsiteY30" fmla="*/ 4464050 h 4464050"/>
              <a:gd name="connsiteX31" fmla="*/ 921588 w 4457616"/>
              <a:gd name="connsiteY31" fmla="*/ 4464050 h 4464050"/>
              <a:gd name="connsiteX32" fmla="*/ 921588 w 4457616"/>
              <a:gd name="connsiteY32" fmla="*/ 0 h 4464050"/>
              <a:gd name="connsiteX33" fmla="*/ 0 w 4457616"/>
              <a:gd name="connsiteY33" fmla="*/ 4464050 h 4464050"/>
              <a:gd name="connsiteX34" fmla="*/ 5 w 4457616"/>
              <a:gd name="connsiteY34" fmla="*/ 0 h 4464050"/>
              <a:gd name="connsiteX35" fmla="*/ 804649 w 4457616"/>
              <a:gd name="connsiteY35" fmla="*/ 3893419 h 4464050"/>
              <a:gd name="connsiteX36" fmla="*/ 0 w 4457616"/>
              <a:gd name="connsiteY36" fmla="*/ 4464050 h 4464050"/>
              <a:gd name="connsiteX0" fmla="*/ 4457611 w 4457611"/>
              <a:gd name="connsiteY0" fmla="*/ 3569 h 4464050"/>
              <a:gd name="connsiteX1" fmla="*/ 4457611 w 4457611"/>
              <a:gd name="connsiteY1" fmla="*/ 4460478 h 4464050"/>
              <a:gd name="connsiteX2" fmla="*/ 3657999 w 4457611"/>
              <a:gd name="connsiteY2" fmla="*/ 3893419 h 4464050"/>
              <a:gd name="connsiteX3" fmla="*/ 3657999 w 4457611"/>
              <a:gd name="connsiteY3" fmla="*/ 570628 h 4464050"/>
              <a:gd name="connsiteX4" fmla="*/ 4457611 w 4457611"/>
              <a:gd name="connsiteY4" fmla="*/ 3569 h 4464050"/>
              <a:gd name="connsiteX5" fmla="*/ 3539408 w 4457611"/>
              <a:gd name="connsiteY5" fmla="*/ 0 h 4464050"/>
              <a:gd name="connsiteX6" fmla="*/ 3541160 w 4457611"/>
              <a:gd name="connsiteY6" fmla="*/ 0 h 4464050"/>
              <a:gd name="connsiteX7" fmla="*/ 3541160 w 4457611"/>
              <a:gd name="connsiteY7" fmla="*/ 4464050 h 4464050"/>
              <a:gd name="connsiteX8" fmla="*/ 3539411 w 4457611"/>
              <a:gd name="connsiteY8" fmla="*/ 4464050 h 4464050"/>
              <a:gd name="connsiteX9" fmla="*/ 2909633 w 4457611"/>
              <a:gd name="connsiteY9" fmla="*/ 3893419 h 4464050"/>
              <a:gd name="connsiteX10" fmla="*/ 2909633 w 4457611"/>
              <a:gd name="connsiteY10" fmla="*/ 570628 h 4464050"/>
              <a:gd name="connsiteX11" fmla="*/ 3539408 w 4457611"/>
              <a:gd name="connsiteY11" fmla="*/ 0 h 4464050"/>
              <a:gd name="connsiteX12" fmla="*/ 2791201 w 4457611"/>
              <a:gd name="connsiteY12" fmla="*/ 0 h 4464050"/>
              <a:gd name="connsiteX13" fmla="*/ 2792596 w 4457611"/>
              <a:gd name="connsiteY13" fmla="*/ 0 h 4464050"/>
              <a:gd name="connsiteX14" fmla="*/ 2792596 w 4457611"/>
              <a:gd name="connsiteY14" fmla="*/ 4464050 h 4464050"/>
              <a:gd name="connsiteX15" fmla="*/ 2791204 w 4457611"/>
              <a:gd name="connsiteY15" fmla="*/ 4464050 h 4464050"/>
              <a:gd name="connsiteX16" fmla="*/ 2289791 w 4457611"/>
              <a:gd name="connsiteY16" fmla="*/ 3893419 h 4464050"/>
              <a:gd name="connsiteX17" fmla="*/ 2289791 w 4457611"/>
              <a:gd name="connsiteY17" fmla="*/ 570628 h 4464050"/>
              <a:gd name="connsiteX18" fmla="*/ 2791201 w 4457611"/>
              <a:gd name="connsiteY18" fmla="*/ 0 h 4464050"/>
              <a:gd name="connsiteX19" fmla="*/ 1670146 w 4457611"/>
              <a:gd name="connsiteY19" fmla="*/ 0 h 4464050"/>
              <a:gd name="connsiteX20" fmla="*/ 1671542 w 4457611"/>
              <a:gd name="connsiteY20" fmla="*/ 0 h 4464050"/>
              <a:gd name="connsiteX21" fmla="*/ 2172952 w 4457611"/>
              <a:gd name="connsiteY21" fmla="*/ 570628 h 4464050"/>
              <a:gd name="connsiteX22" fmla="*/ 2172952 w 4457611"/>
              <a:gd name="connsiteY22" fmla="*/ 3893320 h 4464050"/>
              <a:gd name="connsiteX23" fmla="*/ 1671451 w 4457611"/>
              <a:gd name="connsiteY23" fmla="*/ 4464050 h 4464050"/>
              <a:gd name="connsiteX24" fmla="*/ 1670146 w 4457611"/>
              <a:gd name="connsiteY24" fmla="*/ 4464050 h 4464050"/>
              <a:gd name="connsiteX25" fmla="*/ 1670146 w 4457611"/>
              <a:gd name="connsiteY25" fmla="*/ 0 h 4464050"/>
              <a:gd name="connsiteX26" fmla="*/ 921583 w 4457611"/>
              <a:gd name="connsiteY26" fmla="*/ 0 h 4464050"/>
              <a:gd name="connsiteX27" fmla="*/ 923336 w 4457611"/>
              <a:gd name="connsiteY27" fmla="*/ 0 h 4464050"/>
              <a:gd name="connsiteX28" fmla="*/ 1553109 w 4457611"/>
              <a:gd name="connsiteY28" fmla="*/ 570628 h 4464050"/>
              <a:gd name="connsiteX29" fmla="*/ 1553109 w 4457611"/>
              <a:gd name="connsiteY29" fmla="*/ 3893320 h 4464050"/>
              <a:gd name="connsiteX30" fmla="*/ 923222 w 4457611"/>
              <a:gd name="connsiteY30" fmla="*/ 4464050 h 4464050"/>
              <a:gd name="connsiteX31" fmla="*/ 921583 w 4457611"/>
              <a:gd name="connsiteY31" fmla="*/ 4464050 h 4464050"/>
              <a:gd name="connsiteX32" fmla="*/ 921583 w 4457611"/>
              <a:gd name="connsiteY32" fmla="*/ 0 h 4464050"/>
              <a:gd name="connsiteX33" fmla="*/ 804644 w 4457611"/>
              <a:gd name="connsiteY33" fmla="*/ 3893419 h 4464050"/>
              <a:gd name="connsiteX34" fmla="*/ 0 w 4457611"/>
              <a:gd name="connsiteY34" fmla="*/ 0 h 4464050"/>
              <a:gd name="connsiteX35" fmla="*/ 804644 w 4457611"/>
              <a:gd name="connsiteY35" fmla="*/ 3893419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32" fmla="*/ 0 w 3536028"/>
              <a:gd name="connsiteY32" fmla="*/ 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3893320 h 4464050"/>
              <a:gd name="connsiteX29" fmla="*/ 1639 w 3536028"/>
              <a:gd name="connsiteY29" fmla="*/ 4464050 h 4464050"/>
              <a:gd name="connsiteX30" fmla="*/ 0 w 3536028"/>
              <a:gd name="connsiteY30" fmla="*/ 4464050 h 4464050"/>
              <a:gd name="connsiteX0" fmla="*/ 3563155 w 3563155"/>
              <a:gd name="connsiteY0" fmla="*/ 3569 h 4464050"/>
              <a:gd name="connsiteX1" fmla="*/ 3563155 w 3563155"/>
              <a:gd name="connsiteY1" fmla="*/ 4460478 h 4464050"/>
              <a:gd name="connsiteX2" fmla="*/ 2763543 w 3563155"/>
              <a:gd name="connsiteY2" fmla="*/ 3893419 h 4464050"/>
              <a:gd name="connsiteX3" fmla="*/ 2763543 w 3563155"/>
              <a:gd name="connsiteY3" fmla="*/ 570628 h 4464050"/>
              <a:gd name="connsiteX4" fmla="*/ 3563155 w 3563155"/>
              <a:gd name="connsiteY4" fmla="*/ 3569 h 4464050"/>
              <a:gd name="connsiteX5" fmla="*/ 2644952 w 3563155"/>
              <a:gd name="connsiteY5" fmla="*/ 0 h 4464050"/>
              <a:gd name="connsiteX6" fmla="*/ 2646704 w 3563155"/>
              <a:gd name="connsiteY6" fmla="*/ 0 h 4464050"/>
              <a:gd name="connsiteX7" fmla="*/ 2646704 w 3563155"/>
              <a:gd name="connsiteY7" fmla="*/ 4464050 h 4464050"/>
              <a:gd name="connsiteX8" fmla="*/ 2644955 w 3563155"/>
              <a:gd name="connsiteY8" fmla="*/ 4464050 h 4464050"/>
              <a:gd name="connsiteX9" fmla="*/ 2015177 w 3563155"/>
              <a:gd name="connsiteY9" fmla="*/ 3893419 h 4464050"/>
              <a:gd name="connsiteX10" fmla="*/ 2015177 w 3563155"/>
              <a:gd name="connsiteY10" fmla="*/ 570628 h 4464050"/>
              <a:gd name="connsiteX11" fmla="*/ 2644952 w 3563155"/>
              <a:gd name="connsiteY11" fmla="*/ 0 h 4464050"/>
              <a:gd name="connsiteX12" fmla="*/ 1896745 w 3563155"/>
              <a:gd name="connsiteY12" fmla="*/ 0 h 4464050"/>
              <a:gd name="connsiteX13" fmla="*/ 1898140 w 3563155"/>
              <a:gd name="connsiteY13" fmla="*/ 0 h 4464050"/>
              <a:gd name="connsiteX14" fmla="*/ 1898140 w 3563155"/>
              <a:gd name="connsiteY14" fmla="*/ 4464050 h 4464050"/>
              <a:gd name="connsiteX15" fmla="*/ 1896748 w 3563155"/>
              <a:gd name="connsiteY15" fmla="*/ 4464050 h 4464050"/>
              <a:gd name="connsiteX16" fmla="*/ 1395335 w 3563155"/>
              <a:gd name="connsiteY16" fmla="*/ 3893419 h 4464050"/>
              <a:gd name="connsiteX17" fmla="*/ 1395335 w 3563155"/>
              <a:gd name="connsiteY17" fmla="*/ 570628 h 4464050"/>
              <a:gd name="connsiteX18" fmla="*/ 1896745 w 3563155"/>
              <a:gd name="connsiteY18" fmla="*/ 0 h 4464050"/>
              <a:gd name="connsiteX19" fmla="*/ 775690 w 3563155"/>
              <a:gd name="connsiteY19" fmla="*/ 0 h 4464050"/>
              <a:gd name="connsiteX20" fmla="*/ 777086 w 3563155"/>
              <a:gd name="connsiteY20" fmla="*/ 0 h 4464050"/>
              <a:gd name="connsiteX21" fmla="*/ 1278496 w 3563155"/>
              <a:gd name="connsiteY21" fmla="*/ 570628 h 4464050"/>
              <a:gd name="connsiteX22" fmla="*/ 1278496 w 3563155"/>
              <a:gd name="connsiteY22" fmla="*/ 3893320 h 4464050"/>
              <a:gd name="connsiteX23" fmla="*/ 776995 w 3563155"/>
              <a:gd name="connsiteY23" fmla="*/ 4464050 h 4464050"/>
              <a:gd name="connsiteX24" fmla="*/ 775690 w 3563155"/>
              <a:gd name="connsiteY24" fmla="*/ 4464050 h 4464050"/>
              <a:gd name="connsiteX25" fmla="*/ 775690 w 3563155"/>
              <a:gd name="connsiteY25" fmla="*/ 0 h 4464050"/>
              <a:gd name="connsiteX26" fmla="*/ 27127 w 3563155"/>
              <a:gd name="connsiteY26" fmla="*/ 4464050 h 4464050"/>
              <a:gd name="connsiteX27" fmla="*/ 8 w 3563155"/>
              <a:gd name="connsiteY27" fmla="*/ 28872 h 4464050"/>
              <a:gd name="connsiteX28" fmla="*/ 658653 w 3563155"/>
              <a:gd name="connsiteY28" fmla="*/ 3893320 h 4464050"/>
              <a:gd name="connsiteX29" fmla="*/ 28766 w 3563155"/>
              <a:gd name="connsiteY29" fmla="*/ 4464050 h 4464050"/>
              <a:gd name="connsiteX30" fmla="*/ 27127 w 3563155"/>
              <a:gd name="connsiteY30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631526 w 3536028"/>
              <a:gd name="connsiteY27" fmla="*/ 3893320 h 4464050"/>
              <a:gd name="connsiteX28" fmla="*/ 1639 w 3536028"/>
              <a:gd name="connsiteY28" fmla="*/ 4464050 h 4464050"/>
              <a:gd name="connsiteX29" fmla="*/ 0 w 3536028"/>
              <a:gd name="connsiteY29" fmla="*/ 4464050 h 4464050"/>
              <a:gd name="connsiteX0" fmla="*/ 3534389 w 3534389"/>
              <a:gd name="connsiteY0" fmla="*/ 3569 h 4464050"/>
              <a:gd name="connsiteX1" fmla="*/ 3534389 w 3534389"/>
              <a:gd name="connsiteY1" fmla="*/ 4460478 h 4464050"/>
              <a:gd name="connsiteX2" fmla="*/ 2734777 w 3534389"/>
              <a:gd name="connsiteY2" fmla="*/ 3893419 h 4464050"/>
              <a:gd name="connsiteX3" fmla="*/ 2734777 w 3534389"/>
              <a:gd name="connsiteY3" fmla="*/ 570628 h 4464050"/>
              <a:gd name="connsiteX4" fmla="*/ 3534389 w 3534389"/>
              <a:gd name="connsiteY4" fmla="*/ 3569 h 4464050"/>
              <a:gd name="connsiteX5" fmla="*/ 2616186 w 3534389"/>
              <a:gd name="connsiteY5" fmla="*/ 0 h 4464050"/>
              <a:gd name="connsiteX6" fmla="*/ 2617938 w 3534389"/>
              <a:gd name="connsiteY6" fmla="*/ 0 h 4464050"/>
              <a:gd name="connsiteX7" fmla="*/ 2617938 w 3534389"/>
              <a:gd name="connsiteY7" fmla="*/ 4464050 h 4464050"/>
              <a:gd name="connsiteX8" fmla="*/ 2616189 w 3534389"/>
              <a:gd name="connsiteY8" fmla="*/ 4464050 h 4464050"/>
              <a:gd name="connsiteX9" fmla="*/ 1986411 w 3534389"/>
              <a:gd name="connsiteY9" fmla="*/ 3893419 h 4464050"/>
              <a:gd name="connsiteX10" fmla="*/ 1986411 w 3534389"/>
              <a:gd name="connsiteY10" fmla="*/ 570628 h 4464050"/>
              <a:gd name="connsiteX11" fmla="*/ 2616186 w 3534389"/>
              <a:gd name="connsiteY11" fmla="*/ 0 h 4464050"/>
              <a:gd name="connsiteX12" fmla="*/ 1867979 w 3534389"/>
              <a:gd name="connsiteY12" fmla="*/ 0 h 4464050"/>
              <a:gd name="connsiteX13" fmla="*/ 1869374 w 3534389"/>
              <a:gd name="connsiteY13" fmla="*/ 0 h 4464050"/>
              <a:gd name="connsiteX14" fmla="*/ 1869374 w 3534389"/>
              <a:gd name="connsiteY14" fmla="*/ 4464050 h 4464050"/>
              <a:gd name="connsiteX15" fmla="*/ 1867982 w 3534389"/>
              <a:gd name="connsiteY15" fmla="*/ 4464050 h 4464050"/>
              <a:gd name="connsiteX16" fmla="*/ 1366569 w 3534389"/>
              <a:gd name="connsiteY16" fmla="*/ 3893419 h 4464050"/>
              <a:gd name="connsiteX17" fmla="*/ 1366569 w 3534389"/>
              <a:gd name="connsiteY17" fmla="*/ 570628 h 4464050"/>
              <a:gd name="connsiteX18" fmla="*/ 1867979 w 3534389"/>
              <a:gd name="connsiteY18" fmla="*/ 0 h 4464050"/>
              <a:gd name="connsiteX19" fmla="*/ 746924 w 3534389"/>
              <a:gd name="connsiteY19" fmla="*/ 0 h 4464050"/>
              <a:gd name="connsiteX20" fmla="*/ 748320 w 3534389"/>
              <a:gd name="connsiteY20" fmla="*/ 0 h 4464050"/>
              <a:gd name="connsiteX21" fmla="*/ 1249730 w 3534389"/>
              <a:gd name="connsiteY21" fmla="*/ 570628 h 4464050"/>
              <a:gd name="connsiteX22" fmla="*/ 1249730 w 3534389"/>
              <a:gd name="connsiteY22" fmla="*/ 3893320 h 4464050"/>
              <a:gd name="connsiteX23" fmla="*/ 748229 w 3534389"/>
              <a:gd name="connsiteY23" fmla="*/ 4464050 h 4464050"/>
              <a:gd name="connsiteX24" fmla="*/ 746924 w 3534389"/>
              <a:gd name="connsiteY24" fmla="*/ 4464050 h 4464050"/>
              <a:gd name="connsiteX25" fmla="*/ 746924 w 3534389"/>
              <a:gd name="connsiteY25" fmla="*/ 0 h 4464050"/>
              <a:gd name="connsiteX26" fmla="*/ 0 w 3534389"/>
              <a:gd name="connsiteY26" fmla="*/ 4464050 h 4464050"/>
              <a:gd name="connsiteX27" fmla="*/ 629887 w 3534389"/>
              <a:gd name="connsiteY27" fmla="*/ 3893320 h 4464050"/>
              <a:gd name="connsiteX28" fmla="*/ 0 w 3534389"/>
              <a:gd name="connsiteY28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570628 h 4464050"/>
              <a:gd name="connsiteX22" fmla="*/ 502806 w 2787465"/>
              <a:gd name="connsiteY22" fmla="*/ 3893320 h 4464050"/>
              <a:gd name="connsiteX23" fmla="*/ 1305 w 2787465"/>
              <a:gd name="connsiteY23" fmla="*/ 4464050 h 4464050"/>
              <a:gd name="connsiteX24" fmla="*/ 0 w 2787465"/>
              <a:gd name="connsiteY24" fmla="*/ 4464050 h 4464050"/>
              <a:gd name="connsiteX25" fmla="*/ 0 w 2787465"/>
              <a:gd name="connsiteY25" fmla="*/ 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24" fmla="*/ 0 w 2787465"/>
              <a:gd name="connsiteY24" fmla="*/ 0 h 4464050"/>
              <a:gd name="connsiteX0" fmla="*/ 2809119 w 2809119"/>
              <a:gd name="connsiteY0" fmla="*/ 3569 h 4464050"/>
              <a:gd name="connsiteX1" fmla="*/ 2809119 w 2809119"/>
              <a:gd name="connsiteY1" fmla="*/ 4460478 h 4464050"/>
              <a:gd name="connsiteX2" fmla="*/ 2009507 w 2809119"/>
              <a:gd name="connsiteY2" fmla="*/ 3893419 h 4464050"/>
              <a:gd name="connsiteX3" fmla="*/ 2009507 w 2809119"/>
              <a:gd name="connsiteY3" fmla="*/ 570628 h 4464050"/>
              <a:gd name="connsiteX4" fmla="*/ 2809119 w 2809119"/>
              <a:gd name="connsiteY4" fmla="*/ 3569 h 4464050"/>
              <a:gd name="connsiteX5" fmla="*/ 1890916 w 2809119"/>
              <a:gd name="connsiteY5" fmla="*/ 0 h 4464050"/>
              <a:gd name="connsiteX6" fmla="*/ 1892668 w 2809119"/>
              <a:gd name="connsiteY6" fmla="*/ 0 h 4464050"/>
              <a:gd name="connsiteX7" fmla="*/ 1892668 w 2809119"/>
              <a:gd name="connsiteY7" fmla="*/ 4464050 h 4464050"/>
              <a:gd name="connsiteX8" fmla="*/ 1890919 w 2809119"/>
              <a:gd name="connsiteY8" fmla="*/ 4464050 h 4464050"/>
              <a:gd name="connsiteX9" fmla="*/ 1261141 w 2809119"/>
              <a:gd name="connsiteY9" fmla="*/ 3893419 h 4464050"/>
              <a:gd name="connsiteX10" fmla="*/ 1261141 w 2809119"/>
              <a:gd name="connsiteY10" fmla="*/ 570628 h 4464050"/>
              <a:gd name="connsiteX11" fmla="*/ 1890916 w 2809119"/>
              <a:gd name="connsiteY11" fmla="*/ 0 h 4464050"/>
              <a:gd name="connsiteX12" fmla="*/ 1142709 w 2809119"/>
              <a:gd name="connsiteY12" fmla="*/ 0 h 4464050"/>
              <a:gd name="connsiteX13" fmla="*/ 1144104 w 2809119"/>
              <a:gd name="connsiteY13" fmla="*/ 0 h 4464050"/>
              <a:gd name="connsiteX14" fmla="*/ 1144104 w 2809119"/>
              <a:gd name="connsiteY14" fmla="*/ 4464050 h 4464050"/>
              <a:gd name="connsiteX15" fmla="*/ 1142712 w 2809119"/>
              <a:gd name="connsiteY15" fmla="*/ 4464050 h 4464050"/>
              <a:gd name="connsiteX16" fmla="*/ 641299 w 2809119"/>
              <a:gd name="connsiteY16" fmla="*/ 3893419 h 4464050"/>
              <a:gd name="connsiteX17" fmla="*/ 641299 w 2809119"/>
              <a:gd name="connsiteY17" fmla="*/ 570628 h 4464050"/>
              <a:gd name="connsiteX18" fmla="*/ 1142709 w 2809119"/>
              <a:gd name="connsiteY18" fmla="*/ 0 h 4464050"/>
              <a:gd name="connsiteX19" fmla="*/ 0 w 2809119"/>
              <a:gd name="connsiteY19" fmla="*/ 7219 h 4464050"/>
              <a:gd name="connsiteX20" fmla="*/ 23050 w 2809119"/>
              <a:gd name="connsiteY20" fmla="*/ 0 h 4464050"/>
              <a:gd name="connsiteX21" fmla="*/ 524460 w 2809119"/>
              <a:gd name="connsiteY21" fmla="*/ 3893320 h 4464050"/>
              <a:gd name="connsiteX22" fmla="*/ 22959 w 2809119"/>
              <a:gd name="connsiteY22" fmla="*/ 4464050 h 4464050"/>
              <a:gd name="connsiteX23" fmla="*/ 21654 w 2809119"/>
              <a:gd name="connsiteY23" fmla="*/ 4464050 h 4464050"/>
              <a:gd name="connsiteX24" fmla="*/ 0 w 2809119"/>
              <a:gd name="connsiteY24" fmla="*/ 7219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1305 w 2787465"/>
              <a:gd name="connsiteY21" fmla="*/ 4464050 h 4464050"/>
              <a:gd name="connsiteX22" fmla="*/ 0 w 2787465"/>
              <a:gd name="connsiteY22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05 w 2787465"/>
              <a:gd name="connsiteY20" fmla="*/ 4464050 h 4464050"/>
              <a:gd name="connsiteX21" fmla="*/ 0 w 2787465"/>
              <a:gd name="connsiteY21" fmla="*/ 4464050 h 4464050"/>
              <a:gd name="connsiteX0" fmla="*/ 2167820 w 2167820"/>
              <a:gd name="connsiteY0" fmla="*/ 3569 h 4464050"/>
              <a:gd name="connsiteX1" fmla="*/ 2167820 w 2167820"/>
              <a:gd name="connsiteY1" fmla="*/ 4460478 h 4464050"/>
              <a:gd name="connsiteX2" fmla="*/ 1368208 w 2167820"/>
              <a:gd name="connsiteY2" fmla="*/ 3893419 h 4464050"/>
              <a:gd name="connsiteX3" fmla="*/ 1368208 w 2167820"/>
              <a:gd name="connsiteY3" fmla="*/ 570628 h 4464050"/>
              <a:gd name="connsiteX4" fmla="*/ 2167820 w 2167820"/>
              <a:gd name="connsiteY4" fmla="*/ 3569 h 4464050"/>
              <a:gd name="connsiteX5" fmla="*/ 1249617 w 2167820"/>
              <a:gd name="connsiteY5" fmla="*/ 0 h 4464050"/>
              <a:gd name="connsiteX6" fmla="*/ 1251369 w 2167820"/>
              <a:gd name="connsiteY6" fmla="*/ 0 h 4464050"/>
              <a:gd name="connsiteX7" fmla="*/ 1251369 w 2167820"/>
              <a:gd name="connsiteY7" fmla="*/ 4464050 h 4464050"/>
              <a:gd name="connsiteX8" fmla="*/ 1249620 w 2167820"/>
              <a:gd name="connsiteY8" fmla="*/ 4464050 h 4464050"/>
              <a:gd name="connsiteX9" fmla="*/ 619842 w 2167820"/>
              <a:gd name="connsiteY9" fmla="*/ 3893419 h 4464050"/>
              <a:gd name="connsiteX10" fmla="*/ 619842 w 2167820"/>
              <a:gd name="connsiteY10" fmla="*/ 570628 h 4464050"/>
              <a:gd name="connsiteX11" fmla="*/ 1249617 w 2167820"/>
              <a:gd name="connsiteY11" fmla="*/ 0 h 4464050"/>
              <a:gd name="connsiteX12" fmla="*/ 501410 w 2167820"/>
              <a:gd name="connsiteY12" fmla="*/ 0 h 4464050"/>
              <a:gd name="connsiteX13" fmla="*/ 502805 w 2167820"/>
              <a:gd name="connsiteY13" fmla="*/ 0 h 4464050"/>
              <a:gd name="connsiteX14" fmla="*/ 502805 w 2167820"/>
              <a:gd name="connsiteY14" fmla="*/ 4464050 h 4464050"/>
              <a:gd name="connsiteX15" fmla="*/ 501413 w 2167820"/>
              <a:gd name="connsiteY15" fmla="*/ 4464050 h 4464050"/>
              <a:gd name="connsiteX16" fmla="*/ 0 w 2167820"/>
              <a:gd name="connsiteY16" fmla="*/ 3893419 h 4464050"/>
              <a:gd name="connsiteX17" fmla="*/ 0 w 2167820"/>
              <a:gd name="connsiteY17" fmla="*/ 570628 h 4464050"/>
              <a:gd name="connsiteX18" fmla="*/ 501410 w 2167820"/>
              <a:gd name="connsiteY18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67820" h="4464050">
                <a:moveTo>
                  <a:pt x="2167820" y="3569"/>
                </a:moveTo>
                <a:lnTo>
                  <a:pt x="2167820" y="4460478"/>
                </a:lnTo>
                <a:lnTo>
                  <a:pt x="1368208" y="3893419"/>
                </a:lnTo>
                <a:lnTo>
                  <a:pt x="1368208" y="570628"/>
                </a:lnTo>
                <a:lnTo>
                  <a:pt x="2167820" y="3569"/>
                </a:lnTo>
                <a:close/>
                <a:moveTo>
                  <a:pt x="1249617" y="0"/>
                </a:moveTo>
                <a:lnTo>
                  <a:pt x="1251369" y="0"/>
                </a:lnTo>
                <a:lnTo>
                  <a:pt x="1251369" y="4464050"/>
                </a:lnTo>
                <a:lnTo>
                  <a:pt x="1249620" y="4464050"/>
                </a:lnTo>
                <a:lnTo>
                  <a:pt x="619842" y="3893419"/>
                </a:lnTo>
                <a:lnTo>
                  <a:pt x="619842" y="570628"/>
                </a:lnTo>
                <a:lnTo>
                  <a:pt x="1249617" y="0"/>
                </a:lnTo>
                <a:close/>
                <a:moveTo>
                  <a:pt x="501410" y="0"/>
                </a:moveTo>
                <a:lnTo>
                  <a:pt x="502805" y="0"/>
                </a:lnTo>
                <a:lnTo>
                  <a:pt x="502805" y="4464050"/>
                </a:lnTo>
                <a:lnTo>
                  <a:pt x="501413" y="4464050"/>
                </a:lnTo>
                <a:lnTo>
                  <a:pt x="0" y="3893419"/>
                </a:lnTo>
                <a:lnTo>
                  <a:pt x="0" y="570628"/>
                </a:lnTo>
                <a:lnTo>
                  <a:pt x="50141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E77EB60-ACA1-6112-BDA5-237DF487574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1765" y="428625"/>
            <a:ext cx="191218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570628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1672385 w 4459850"/>
              <a:gd name="connsiteY18" fmla="*/ 0 h 4464050"/>
              <a:gd name="connsiteX19" fmla="*/ 1673781 w 4459850"/>
              <a:gd name="connsiteY19" fmla="*/ 0 h 4464050"/>
              <a:gd name="connsiteX20" fmla="*/ 2175191 w 4459850"/>
              <a:gd name="connsiteY20" fmla="*/ 570628 h 4464050"/>
              <a:gd name="connsiteX21" fmla="*/ 2175191 w 4459850"/>
              <a:gd name="connsiteY21" fmla="*/ 3893320 h 4464050"/>
              <a:gd name="connsiteX22" fmla="*/ 1673690 w 4459850"/>
              <a:gd name="connsiteY22" fmla="*/ 4464050 h 4464050"/>
              <a:gd name="connsiteX23" fmla="*/ 1672385 w 4459850"/>
              <a:gd name="connsiteY23" fmla="*/ 4464050 h 4464050"/>
              <a:gd name="connsiteX24" fmla="*/ 1672385 w 4459850"/>
              <a:gd name="connsiteY24" fmla="*/ 0 h 4464050"/>
              <a:gd name="connsiteX25" fmla="*/ 923822 w 4459850"/>
              <a:gd name="connsiteY25" fmla="*/ 0 h 4464050"/>
              <a:gd name="connsiteX26" fmla="*/ 925575 w 4459850"/>
              <a:gd name="connsiteY26" fmla="*/ 0 h 4464050"/>
              <a:gd name="connsiteX27" fmla="*/ 1555348 w 4459850"/>
              <a:gd name="connsiteY27" fmla="*/ 570628 h 4464050"/>
              <a:gd name="connsiteX28" fmla="*/ 1555348 w 4459850"/>
              <a:gd name="connsiteY28" fmla="*/ 3893320 h 4464050"/>
              <a:gd name="connsiteX29" fmla="*/ 925461 w 4459850"/>
              <a:gd name="connsiteY29" fmla="*/ 4464050 h 4464050"/>
              <a:gd name="connsiteX30" fmla="*/ 923822 w 4459850"/>
              <a:gd name="connsiteY30" fmla="*/ 4464050 h 4464050"/>
              <a:gd name="connsiteX31" fmla="*/ 923822 w 4459850"/>
              <a:gd name="connsiteY31" fmla="*/ 0 h 4464050"/>
              <a:gd name="connsiteX32" fmla="*/ 0 w 4459850"/>
              <a:gd name="connsiteY32" fmla="*/ 0 h 4464050"/>
              <a:gd name="connsiteX33" fmla="*/ 2239 w 4459850"/>
              <a:gd name="connsiteY33" fmla="*/ 0 h 4464050"/>
              <a:gd name="connsiteX34" fmla="*/ 806883 w 4459850"/>
              <a:gd name="connsiteY34" fmla="*/ 570628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1672385 w 4459850"/>
              <a:gd name="connsiteY17" fmla="*/ 0 h 4464050"/>
              <a:gd name="connsiteX18" fmla="*/ 1673781 w 4459850"/>
              <a:gd name="connsiteY18" fmla="*/ 0 h 4464050"/>
              <a:gd name="connsiteX19" fmla="*/ 2175191 w 4459850"/>
              <a:gd name="connsiteY19" fmla="*/ 570628 h 4464050"/>
              <a:gd name="connsiteX20" fmla="*/ 2175191 w 4459850"/>
              <a:gd name="connsiteY20" fmla="*/ 3893320 h 4464050"/>
              <a:gd name="connsiteX21" fmla="*/ 1673690 w 4459850"/>
              <a:gd name="connsiteY21" fmla="*/ 4464050 h 4464050"/>
              <a:gd name="connsiteX22" fmla="*/ 1672385 w 4459850"/>
              <a:gd name="connsiteY22" fmla="*/ 4464050 h 4464050"/>
              <a:gd name="connsiteX23" fmla="*/ 1672385 w 4459850"/>
              <a:gd name="connsiteY23" fmla="*/ 0 h 4464050"/>
              <a:gd name="connsiteX24" fmla="*/ 923822 w 4459850"/>
              <a:gd name="connsiteY24" fmla="*/ 0 h 4464050"/>
              <a:gd name="connsiteX25" fmla="*/ 925575 w 4459850"/>
              <a:gd name="connsiteY25" fmla="*/ 0 h 4464050"/>
              <a:gd name="connsiteX26" fmla="*/ 1555348 w 4459850"/>
              <a:gd name="connsiteY26" fmla="*/ 570628 h 4464050"/>
              <a:gd name="connsiteX27" fmla="*/ 1555348 w 4459850"/>
              <a:gd name="connsiteY27" fmla="*/ 3893320 h 4464050"/>
              <a:gd name="connsiteX28" fmla="*/ 925461 w 4459850"/>
              <a:gd name="connsiteY28" fmla="*/ 4464050 h 4464050"/>
              <a:gd name="connsiteX29" fmla="*/ 923822 w 4459850"/>
              <a:gd name="connsiteY29" fmla="*/ 4464050 h 4464050"/>
              <a:gd name="connsiteX30" fmla="*/ 923822 w 4459850"/>
              <a:gd name="connsiteY30" fmla="*/ 0 h 4464050"/>
              <a:gd name="connsiteX31" fmla="*/ 0 w 4459850"/>
              <a:gd name="connsiteY31" fmla="*/ 0 h 4464050"/>
              <a:gd name="connsiteX32" fmla="*/ 2239 w 4459850"/>
              <a:gd name="connsiteY32" fmla="*/ 0 h 4464050"/>
              <a:gd name="connsiteX33" fmla="*/ 806883 w 4459850"/>
              <a:gd name="connsiteY33" fmla="*/ 570628 h 4464050"/>
              <a:gd name="connsiteX34" fmla="*/ 806883 w 4459850"/>
              <a:gd name="connsiteY34" fmla="*/ 3893419 h 4464050"/>
              <a:gd name="connsiteX35" fmla="*/ 2234 w 4459850"/>
              <a:gd name="connsiteY35" fmla="*/ 4464050 h 4464050"/>
              <a:gd name="connsiteX36" fmla="*/ 0 w 4459850"/>
              <a:gd name="connsiteY36" fmla="*/ 4464050 h 4464050"/>
              <a:gd name="connsiteX37" fmla="*/ 0 w 4459850"/>
              <a:gd name="connsiteY37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2292030 w 4459850"/>
              <a:gd name="connsiteY15" fmla="*/ 3893419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1672385 w 4459850"/>
              <a:gd name="connsiteY22" fmla="*/ 0 h 4464050"/>
              <a:gd name="connsiteX23" fmla="*/ 923822 w 4459850"/>
              <a:gd name="connsiteY23" fmla="*/ 0 h 4464050"/>
              <a:gd name="connsiteX24" fmla="*/ 925575 w 4459850"/>
              <a:gd name="connsiteY24" fmla="*/ 0 h 4464050"/>
              <a:gd name="connsiteX25" fmla="*/ 1555348 w 4459850"/>
              <a:gd name="connsiteY25" fmla="*/ 570628 h 4464050"/>
              <a:gd name="connsiteX26" fmla="*/ 1555348 w 4459850"/>
              <a:gd name="connsiteY26" fmla="*/ 3893320 h 4464050"/>
              <a:gd name="connsiteX27" fmla="*/ 925461 w 4459850"/>
              <a:gd name="connsiteY27" fmla="*/ 4464050 h 4464050"/>
              <a:gd name="connsiteX28" fmla="*/ 923822 w 4459850"/>
              <a:gd name="connsiteY28" fmla="*/ 4464050 h 4464050"/>
              <a:gd name="connsiteX29" fmla="*/ 923822 w 4459850"/>
              <a:gd name="connsiteY29" fmla="*/ 0 h 4464050"/>
              <a:gd name="connsiteX30" fmla="*/ 0 w 4459850"/>
              <a:gd name="connsiteY30" fmla="*/ 0 h 4464050"/>
              <a:gd name="connsiteX31" fmla="*/ 2239 w 4459850"/>
              <a:gd name="connsiteY31" fmla="*/ 0 h 4464050"/>
              <a:gd name="connsiteX32" fmla="*/ 806883 w 4459850"/>
              <a:gd name="connsiteY32" fmla="*/ 570628 h 4464050"/>
              <a:gd name="connsiteX33" fmla="*/ 806883 w 4459850"/>
              <a:gd name="connsiteY33" fmla="*/ 3893419 h 4464050"/>
              <a:gd name="connsiteX34" fmla="*/ 2234 w 4459850"/>
              <a:gd name="connsiteY34" fmla="*/ 4464050 h 4464050"/>
              <a:gd name="connsiteX35" fmla="*/ 0 w 4459850"/>
              <a:gd name="connsiteY35" fmla="*/ 4464050 h 4464050"/>
              <a:gd name="connsiteX36" fmla="*/ 0 w 4459850"/>
              <a:gd name="connsiteY36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3 w 4459850"/>
              <a:gd name="connsiteY12" fmla="*/ 4464050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1672385 w 4459850"/>
              <a:gd name="connsiteY15" fmla="*/ 0 h 4464050"/>
              <a:gd name="connsiteX16" fmla="*/ 1673781 w 4459850"/>
              <a:gd name="connsiteY16" fmla="*/ 0 h 4464050"/>
              <a:gd name="connsiteX17" fmla="*/ 2175191 w 4459850"/>
              <a:gd name="connsiteY17" fmla="*/ 570628 h 4464050"/>
              <a:gd name="connsiteX18" fmla="*/ 2175191 w 4459850"/>
              <a:gd name="connsiteY18" fmla="*/ 3893320 h 4464050"/>
              <a:gd name="connsiteX19" fmla="*/ 1673690 w 4459850"/>
              <a:gd name="connsiteY19" fmla="*/ 4464050 h 4464050"/>
              <a:gd name="connsiteX20" fmla="*/ 1672385 w 4459850"/>
              <a:gd name="connsiteY20" fmla="*/ 4464050 h 4464050"/>
              <a:gd name="connsiteX21" fmla="*/ 1672385 w 4459850"/>
              <a:gd name="connsiteY21" fmla="*/ 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923822 w 4459850"/>
              <a:gd name="connsiteY28" fmla="*/ 0 h 4464050"/>
              <a:gd name="connsiteX29" fmla="*/ 0 w 4459850"/>
              <a:gd name="connsiteY29" fmla="*/ 0 h 4464050"/>
              <a:gd name="connsiteX30" fmla="*/ 2239 w 4459850"/>
              <a:gd name="connsiteY30" fmla="*/ 0 h 4464050"/>
              <a:gd name="connsiteX31" fmla="*/ 806883 w 4459850"/>
              <a:gd name="connsiteY31" fmla="*/ 570628 h 4464050"/>
              <a:gd name="connsiteX32" fmla="*/ 806883 w 4459850"/>
              <a:gd name="connsiteY32" fmla="*/ 3893419 h 4464050"/>
              <a:gd name="connsiteX33" fmla="*/ 2234 w 4459850"/>
              <a:gd name="connsiteY33" fmla="*/ 4464050 h 4464050"/>
              <a:gd name="connsiteX34" fmla="*/ 0 w 4459850"/>
              <a:gd name="connsiteY34" fmla="*/ 4464050 h 4464050"/>
              <a:gd name="connsiteX35" fmla="*/ 0 w 4459850"/>
              <a:gd name="connsiteY35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1672385 w 4459850"/>
              <a:gd name="connsiteY12" fmla="*/ 0 h 4464050"/>
              <a:gd name="connsiteX13" fmla="*/ 1673781 w 4459850"/>
              <a:gd name="connsiteY13" fmla="*/ 0 h 4464050"/>
              <a:gd name="connsiteX14" fmla="*/ 2175191 w 4459850"/>
              <a:gd name="connsiteY14" fmla="*/ 570628 h 4464050"/>
              <a:gd name="connsiteX15" fmla="*/ 2175191 w 4459850"/>
              <a:gd name="connsiteY15" fmla="*/ 3893320 h 4464050"/>
              <a:gd name="connsiteX16" fmla="*/ 1673690 w 4459850"/>
              <a:gd name="connsiteY16" fmla="*/ 4464050 h 4464050"/>
              <a:gd name="connsiteX17" fmla="*/ 1672385 w 4459850"/>
              <a:gd name="connsiteY17" fmla="*/ 4464050 h 4464050"/>
              <a:gd name="connsiteX18" fmla="*/ 1672385 w 4459850"/>
              <a:gd name="connsiteY18" fmla="*/ 0 h 4464050"/>
              <a:gd name="connsiteX19" fmla="*/ 923822 w 4459850"/>
              <a:gd name="connsiteY19" fmla="*/ 0 h 4464050"/>
              <a:gd name="connsiteX20" fmla="*/ 925575 w 4459850"/>
              <a:gd name="connsiteY20" fmla="*/ 0 h 4464050"/>
              <a:gd name="connsiteX21" fmla="*/ 1555348 w 4459850"/>
              <a:gd name="connsiteY21" fmla="*/ 570628 h 4464050"/>
              <a:gd name="connsiteX22" fmla="*/ 1555348 w 4459850"/>
              <a:gd name="connsiteY22" fmla="*/ 3893320 h 4464050"/>
              <a:gd name="connsiteX23" fmla="*/ 925461 w 4459850"/>
              <a:gd name="connsiteY23" fmla="*/ 4464050 h 4464050"/>
              <a:gd name="connsiteX24" fmla="*/ 923822 w 4459850"/>
              <a:gd name="connsiteY24" fmla="*/ 4464050 h 4464050"/>
              <a:gd name="connsiteX25" fmla="*/ 923822 w 4459850"/>
              <a:gd name="connsiteY25" fmla="*/ 0 h 4464050"/>
              <a:gd name="connsiteX26" fmla="*/ 0 w 4459850"/>
              <a:gd name="connsiteY26" fmla="*/ 0 h 4464050"/>
              <a:gd name="connsiteX27" fmla="*/ 2239 w 4459850"/>
              <a:gd name="connsiteY27" fmla="*/ 0 h 4464050"/>
              <a:gd name="connsiteX28" fmla="*/ 806883 w 4459850"/>
              <a:gd name="connsiteY28" fmla="*/ 570628 h 4464050"/>
              <a:gd name="connsiteX29" fmla="*/ 806883 w 4459850"/>
              <a:gd name="connsiteY29" fmla="*/ 3893419 h 4464050"/>
              <a:gd name="connsiteX30" fmla="*/ 2234 w 4459850"/>
              <a:gd name="connsiteY30" fmla="*/ 4464050 h 4464050"/>
              <a:gd name="connsiteX31" fmla="*/ 0 w 4459850"/>
              <a:gd name="connsiteY31" fmla="*/ 4464050 h 4464050"/>
              <a:gd name="connsiteX32" fmla="*/ 0 w 4459850"/>
              <a:gd name="connsiteY32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3541647 w 4459850"/>
              <a:gd name="connsiteY10" fmla="*/ 0 h 4464050"/>
              <a:gd name="connsiteX11" fmla="*/ 1672385 w 4459850"/>
              <a:gd name="connsiteY11" fmla="*/ 0 h 4464050"/>
              <a:gd name="connsiteX12" fmla="*/ 1673781 w 4459850"/>
              <a:gd name="connsiteY12" fmla="*/ 0 h 4464050"/>
              <a:gd name="connsiteX13" fmla="*/ 2175191 w 4459850"/>
              <a:gd name="connsiteY13" fmla="*/ 570628 h 4464050"/>
              <a:gd name="connsiteX14" fmla="*/ 2175191 w 4459850"/>
              <a:gd name="connsiteY14" fmla="*/ 3893320 h 4464050"/>
              <a:gd name="connsiteX15" fmla="*/ 1673690 w 4459850"/>
              <a:gd name="connsiteY15" fmla="*/ 4464050 h 4464050"/>
              <a:gd name="connsiteX16" fmla="*/ 1672385 w 4459850"/>
              <a:gd name="connsiteY16" fmla="*/ 4464050 h 4464050"/>
              <a:gd name="connsiteX17" fmla="*/ 1672385 w 4459850"/>
              <a:gd name="connsiteY17" fmla="*/ 0 h 4464050"/>
              <a:gd name="connsiteX18" fmla="*/ 923822 w 4459850"/>
              <a:gd name="connsiteY18" fmla="*/ 0 h 4464050"/>
              <a:gd name="connsiteX19" fmla="*/ 925575 w 4459850"/>
              <a:gd name="connsiteY19" fmla="*/ 0 h 4464050"/>
              <a:gd name="connsiteX20" fmla="*/ 1555348 w 4459850"/>
              <a:gd name="connsiteY20" fmla="*/ 570628 h 4464050"/>
              <a:gd name="connsiteX21" fmla="*/ 1555348 w 4459850"/>
              <a:gd name="connsiteY21" fmla="*/ 3893320 h 4464050"/>
              <a:gd name="connsiteX22" fmla="*/ 925461 w 4459850"/>
              <a:gd name="connsiteY22" fmla="*/ 4464050 h 4464050"/>
              <a:gd name="connsiteX23" fmla="*/ 923822 w 4459850"/>
              <a:gd name="connsiteY23" fmla="*/ 4464050 h 4464050"/>
              <a:gd name="connsiteX24" fmla="*/ 923822 w 4459850"/>
              <a:gd name="connsiteY24" fmla="*/ 0 h 4464050"/>
              <a:gd name="connsiteX25" fmla="*/ 0 w 4459850"/>
              <a:gd name="connsiteY25" fmla="*/ 0 h 4464050"/>
              <a:gd name="connsiteX26" fmla="*/ 2239 w 4459850"/>
              <a:gd name="connsiteY26" fmla="*/ 0 h 4464050"/>
              <a:gd name="connsiteX27" fmla="*/ 806883 w 4459850"/>
              <a:gd name="connsiteY27" fmla="*/ 570628 h 4464050"/>
              <a:gd name="connsiteX28" fmla="*/ 806883 w 4459850"/>
              <a:gd name="connsiteY28" fmla="*/ 3893419 h 4464050"/>
              <a:gd name="connsiteX29" fmla="*/ 2234 w 4459850"/>
              <a:gd name="connsiteY29" fmla="*/ 4464050 h 4464050"/>
              <a:gd name="connsiteX30" fmla="*/ 0 w 4459850"/>
              <a:gd name="connsiteY30" fmla="*/ 4464050 h 4464050"/>
              <a:gd name="connsiteX31" fmla="*/ 0 w 4459850"/>
              <a:gd name="connsiteY31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41647 w 4459850"/>
              <a:gd name="connsiteY9" fmla="*/ 0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19994 w 4459850"/>
              <a:gd name="connsiteY5" fmla="*/ 28871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19994 w 4459850"/>
              <a:gd name="connsiteY9" fmla="*/ 28871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1672385 w 4459850"/>
              <a:gd name="connsiteY9" fmla="*/ 0 h 4464050"/>
              <a:gd name="connsiteX10" fmla="*/ 1673781 w 4459850"/>
              <a:gd name="connsiteY10" fmla="*/ 0 h 4464050"/>
              <a:gd name="connsiteX11" fmla="*/ 2175191 w 4459850"/>
              <a:gd name="connsiteY11" fmla="*/ 570628 h 4464050"/>
              <a:gd name="connsiteX12" fmla="*/ 2175191 w 4459850"/>
              <a:gd name="connsiteY12" fmla="*/ 3893320 h 4464050"/>
              <a:gd name="connsiteX13" fmla="*/ 1673690 w 4459850"/>
              <a:gd name="connsiteY13" fmla="*/ 4464050 h 4464050"/>
              <a:gd name="connsiteX14" fmla="*/ 1672385 w 4459850"/>
              <a:gd name="connsiteY14" fmla="*/ 4464050 h 4464050"/>
              <a:gd name="connsiteX15" fmla="*/ 1672385 w 4459850"/>
              <a:gd name="connsiteY15" fmla="*/ 0 h 4464050"/>
              <a:gd name="connsiteX16" fmla="*/ 923822 w 4459850"/>
              <a:gd name="connsiteY16" fmla="*/ 0 h 4464050"/>
              <a:gd name="connsiteX17" fmla="*/ 925575 w 4459850"/>
              <a:gd name="connsiteY17" fmla="*/ 0 h 4464050"/>
              <a:gd name="connsiteX18" fmla="*/ 1555348 w 4459850"/>
              <a:gd name="connsiteY18" fmla="*/ 570628 h 4464050"/>
              <a:gd name="connsiteX19" fmla="*/ 1555348 w 4459850"/>
              <a:gd name="connsiteY19" fmla="*/ 3893320 h 4464050"/>
              <a:gd name="connsiteX20" fmla="*/ 925461 w 4459850"/>
              <a:gd name="connsiteY20" fmla="*/ 4464050 h 4464050"/>
              <a:gd name="connsiteX21" fmla="*/ 923822 w 4459850"/>
              <a:gd name="connsiteY21" fmla="*/ 4464050 h 4464050"/>
              <a:gd name="connsiteX22" fmla="*/ 923822 w 4459850"/>
              <a:gd name="connsiteY22" fmla="*/ 0 h 4464050"/>
              <a:gd name="connsiteX23" fmla="*/ 0 w 4459850"/>
              <a:gd name="connsiteY23" fmla="*/ 0 h 4464050"/>
              <a:gd name="connsiteX24" fmla="*/ 2239 w 4459850"/>
              <a:gd name="connsiteY24" fmla="*/ 0 h 4464050"/>
              <a:gd name="connsiteX25" fmla="*/ 806883 w 4459850"/>
              <a:gd name="connsiteY25" fmla="*/ 570628 h 4464050"/>
              <a:gd name="connsiteX26" fmla="*/ 806883 w 4459850"/>
              <a:gd name="connsiteY26" fmla="*/ 3893419 h 4464050"/>
              <a:gd name="connsiteX27" fmla="*/ 2234 w 4459850"/>
              <a:gd name="connsiteY27" fmla="*/ 4464050 h 4464050"/>
              <a:gd name="connsiteX28" fmla="*/ 0 w 4459850"/>
              <a:gd name="connsiteY28" fmla="*/ 4464050 h 4464050"/>
              <a:gd name="connsiteX29" fmla="*/ 0 w 4459850"/>
              <a:gd name="connsiteY29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4464050 h 4464050"/>
              <a:gd name="connsiteX7" fmla="*/ 2911872 w 4459850"/>
              <a:gd name="connsiteY7" fmla="*/ 570628 h 4464050"/>
              <a:gd name="connsiteX8" fmla="*/ 1672385 w 4459850"/>
              <a:gd name="connsiteY8" fmla="*/ 0 h 4464050"/>
              <a:gd name="connsiteX9" fmla="*/ 1673781 w 4459850"/>
              <a:gd name="connsiteY9" fmla="*/ 0 h 4464050"/>
              <a:gd name="connsiteX10" fmla="*/ 2175191 w 4459850"/>
              <a:gd name="connsiteY10" fmla="*/ 570628 h 4464050"/>
              <a:gd name="connsiteX11" fmla="*/ 2175191 w 4459850"/>
              <a:gd name="connsiteY11" fmla="*/ 3893320 h 4464050"/>
              <a:gd name="connsiteX12" fmla="*/ 1673690 w 4459850"/>
              <a:gd name="connsiteY12" fmla="*/ 4464050 h 4464050"/>
              <a:gd name="connsiteX13" fmla="*/ 1672385 w 4459850"/>
              <a:gd name="connsiteY13" fmla="*/ 4464050 h 4464050"/>
              <a:gd name="connsiteX14" fmla="*/ 1672385 w 4459850"/>
              <a:gd name="connsiteY14" fmla="*/ 0 h 4464050"/>
              <a:gd name="connsiteX15" fmla="*/ 923822 w 4459850"/>
              <a:gd name="connsiteY15" fmla="*/ 0 h 4464050"/>
              <a:gd name="connsiteX16" fmla="*/ 925575 w 4459850"/>
              <a:gd name="connsiteY16" fmla="*/ 0 h 4464050"/>
              <a:gd name="connsiteX17" fmla="*/ 1555348 w 4459850"/>
              <a:gd name="connsiteY17" fmla="*/ 570628 h 4464050"/>
              <a:gd name="connsiteX18" fmla="*/ 1555348 w 4459850"/>
              <a:gd name="connsiteY18" fmla="*/ 3893320 h 4464050"/>
              <a:gd name="connsiteX19" fmla="*/ 925461 w 4459850"/>
              <a:gd name="connsiteY19" fmla="*/ 4464050 h 4464050"/>
              <a:gd name="connsiteX20" fmla="*/ 923822 w 4459850"/>
              <a:gd name="connsiteY20" fmla="*/ 4464050 h 4464050"/>
              <a:gd name="connsiteX21" fmla="*/ 923822 w 4459850"/>
              <a:gd name="connsiteY21" fmla="*/ 0 h 4464050"/>
              <a:gd name="connsiteX22" fmla="*/ 0 w 4459850"/>
              <a:gd name="connsiteY22" fmla="*/ 0 h 4464050"/>
              <a:gd name="connsiteX23" fmla="*/ 2239 w 4459850"/>
              <a:gd name="connsiteY23" fmla="*/ 0 h 4464050"/>
              <a:gd name="connsiteX24" fmla="*/ 806883 w 4459850"/>
              <a:gd name="connsiteY24" fmla="*/ 570628 h 4464050"/>
              <a:gd name="connsiteX25" fmla="*/ 806883 w 4459850"/>
              <a:gd name="connsiteY25" fmla="*/ 3893419 h 4464050"/>
              <a:gd name="connsiteX26" fmla="*/ 2234 w 4459850"/>
              <a:gd name="connsiteY26" fmla="*/ 4464050 h 4464050"/>
              <a:gd name="connsiteX27" fmla="*/ 0 w 4459850"/>
              <a:gd name="connsiteY27" fmla="*/ 4464050 h 4464050"/>
              <a:gd name="connsiteX28" fmla="*/ 0 w 4459850"/>
              <a:gd name="connsiteY28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2911872 w 4459850"/>
              <a:gd name="connsiteY4" fmla="*/ 570628 h 4464050"/>
              <a:gd name="connsiteX5" fmla="*/ 3543399 w 4459850"/>
              <a:gd name="connsiteY5" fmla="*/ 4464050 h 4464050"/>
              <a:gd name="connsiteX6" fmla="*/ 2911872 w 4459850"/>
              <a:gd name="connsiteY6" fmla="*/ 570628 h 4464050"/>
              <a:gd name="connsiteX7" fmla="*/ 1672385 w 4459850"/>
              <a:gd name="connsiteY7" fmla="*/ 0 h 4464050"/>
              <a:gd name="connsiteX8" fmla="*/ 1673781 w 4459850"/>
              <a:gd name="connsiteY8" fmla="*/ 0 h 4464050"/>
              <a:gd name="connsiteX9" fmla="*/ 2175191 w 4459850"/>
              <a:gd name="connsiteY9" fmla="*/ 570628 h 4464050"/>
              <a:gd name="connsiteX10" fmla="*/ 2175191 w 4459850"/>
              <a:gd name="connsiteY10" fmla="*/ 3893320 h 4464050"/>
              <a:gd name="connsiteX11" fmla="*/ 1673690 w 4459850"/>
              <a:gd name="connsiteY11" fmla="*/ 4464050 h 4464050"/>
              <a:gd name="connsiteX12" fmla="*/ 1672385 w 4459850"/>
              <a:gd name="connsiteY12" fmla="*/ 4464050 h 4464050"/>
              <a:gd name="connsiteX13" fmla="*/ 1672385 w 4459850"/>
              <a:gd name="connsiteY13" fmla="*/ 0 h 4464050"/>
              <a:gd name="connsiteX14" fmla="*/ 923822 w 4459850"/>
              <a:gd name="connsiteY14" fmla="*/ 0 h 4464050"/>
              <a:gd name="connsiteX15" fmla="*/ 925575 w 4459850"/>
              <a:gd name="connsiteY15" fmla="*/ 0 h 4464050"/>
              <a:gd name="connsiteX16" fmla="*/ 1555348 w 4459850"/>
              <a:gd name="connsiteY16" fmla="*/ 570628 h 4464050"/>
              <a:gd name="connsiteX17" fmla="*/ 1555348 w 4459850"/>
              <a:gd name="connsiteY17" fmla="*/ 3893320 h 4464050"/>
              <a:gd name="connsiteX18" fmla="*/ 925461 w 4459850"/>
              <a:gd name="connsiteY18" fmla="*/ 4464050 h 4464050"/>
              <a:gd name="connsiteX19" fmla="*/ 923822 w 4459850"/>
              <a:gd name="connsiteY19" fmla="*/ 4464050 h 4464050"/>
              <a:gd name="connsiteX20" fmla="*/ 923822 w 4459850"/>
              <a:gd name="connsiteY20" fmla="*/ 0 h 4464050"/>
              <a:gd name="connsiteX21" fmla="*/ 0 w 4459850"/>
              <a:gd name="connsiteY21" fmla="*/ 0 h 4464050"/>
              <a:gd name="connsiteX22" fmla="*/ 2239 w 4459850"/>
              <a:gd name="connsiteY22" fmla="*/ 0 h 4464050"/>
              <a:gd name="connsiteX23" fmla="*/ 806883 w 4459850"/>
              <a:gd name="connsiteY23" fmla="*/ 570628 h 4464050"/>
              <a:gd name="connsiteX24" fmla="*/ 806883 w 4459850"/>
              <a:gd name="connsiteY24" fmla="*/ 3893419 h 4464050"/>
              <a:gd name="connsiteX25" fmla="*/ 2234 w 4459850"/>
              <a:gd name="connsiteY25" fmla="*/ 4464050 h 4464050"/>
              <a:gd name="connsiteX26" fmla="*/ 0 w 4459850"/>
              <a:gd name="connsiteY26" fmla="*/ 4464050 h 4464050"/>
              <a:gd name="connsiteX27" fmla="*/ 0 w 4459850"/>
              <a:gd name="connsiteY27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1672385 w 4459850"/>
              <a:gd name="connsiteY4" fmla="*/ 0 h 4464050"/>
              <a:gd name="connsiteX5" fmla="*/ 1673781 w 4459850"/>
              <a:gd name="connsiteY5" fmla="*/ 0 h 4464050"/>
              <a:gd name="connsiteX6" fmla="*/ 2175191 w 4459850"/>
              <a:gd name="connsiteY6" fmla="*/ 570628 h 4464050"/>
              <a:gd name="connsiteX7" fmla="*/ 2175191 w 4459850"/>
              <a:gd name="connsiteY7" fmla="*/ 3893320 h 4464050"/>
              <a:gd name="connsiteX8" fmla="*/ 1673690 w 4459850"/>
              <a:gd name="connsiteY8" fmla="*/ 4464050 h 4464050"/>
              <a:gd name="connsiteX9" fmla="*/ 1672385 w 4459850"/>
              <a:gd name="connsiteY9" fmla="*/ 4464050 h 4464050"/>
              <a:gd name="connsiteX10" fmla="*/ 1672385 w 4459850"/>
              <a:gd name="connsiteY10" fmla="*/ 0 h 4464050"/>
              <a:gd name="connsiteX11" fmla="*/ 923822 w 4459850"/>
              <a:gd name="connsiteY11" fmla="*/ 0 h 4464050"/>
              <a:gd name="connsiteX12" fmla="*/ 925575 w 4459850"/>
              <a:gd name="connsiteY12" fmla="*/ 0 h 4464050"/>
              <a:gd name="connsiteX13" fmla="*/ 1555348 w 4459850"/>
              <a:gd name="connsiteY13" fmla="*/ 570628 h 4464050"/>
              <a:gd name="connsiteX14" fmla="*/ 1555348 w 4459850"/>
              <a:gd name="connsiteY14" fmla="*/ 3893320 h 4464050"/>
              <a:gd name="connsiteX15" fmla="*/ 925461 w 4459850"/>
              <a:gd name="connsiteY15" fmla="*/ 4464050 h 4464050"/>
              <a:gd name="connsiteX16" fmla="*/ 923822 w 4459850"/>
              <a:gd name="connsiteY16" fmla="*/ 4464050 h 4464050"/>
              <a:gd name="connsiteX17" fmla="*/ 923822 w 4459850"/>
              <a:gd name="connsiteY17" fmla="*/ 0 h 4464050"/>
              <a:gd name="connsiteX18" fmla="*/ 0 w 4459850"/>
              <a:gd name="connsiteY18" fmla="*/ 0 h 4464050"/>
              <a:gd name="connsiteX19" fmla="*/ 2239 w 4459850"/>
              <a:gd name="connsiteY19" fmla="*/ 0 h 4464050"/>
              <a:gd name="connsiteX20" fmla="*/ 806883 w 4459850"/>
              <a:gd name="connsiteY20" fmla="*/ 570628 h 4464050"/>
              <a:gd name="connsiteX21" fmla="*/ 806883 w 4459850"/>
              <a:gd name="connsiteY21" fmla="*/ 3893419 h 4464050"/>
              <a:gd name="connsiteX22" fmla="*/ 2234 w 4459850"/>
              <a:gd name="connsiteY22" fmla="*/ 4464050 h 4464050"/>
              <a:gd name="connsiteX23" fmla="*/ 0 w 4459850"/>
              <a:gd name="connsiteY23" fmla="*/ 4464050 h 4464050"/>
              <a:gd name="connsiteX24" fmla="*/ 0 w 4459850"/>
              <a:gd name="connsiteY24" fmla="*/ 0 h 4464050"/>
              <a:gd name="connsiteX0" fmla="*/ 3660238 w 4459850"/>
              <a:gd name="connsiteY0" fmla="*/ 389341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1672385 w 4459850"/>
              <a:gd name="connsiteY3" fmla="*/ 0 h 4464050"/>
              <a:gd name="connsiteX4" fmla="*/ 1673781 w 4459850"/>
              <a:gd name="connsiteY4" fmla="*/ 0 h 4464050"/>
              <a:gd name="connsiteX5" fmla="*/ 2175191 w 4459850"/>
              <a:gd name="connsiteY5" fmla="*/ 570628 h 4464050"/>
              <a:gd name="connsiteX6" fmla="*/ 2175191 w 4459850"/>
              <a:gd name="connsiteY6" fmla="*/ 3893320 h 4464050"/>
              <a:gd name="connsiteX7" fmla="*/ 1673690 w 4459850"/>
              <a:gd name="connsiteY7" fmla="*/ 4464050 h 4464050"/>
              <a:gd name="connsiteX8" fmla="*/ 1672385 w 4459850"/>
              <a:gd name="connsiteY8" fmla="*/ 4464050 h 4464050"/>
              <a:gd name="connsiteX9" fmla="*/ 1672385 w 4459850"/>
              <a:gd name="connsiteY9" fmla="*/ 0 h 4464050"/>
              <a:gd name="connsiteX10" fmla="*/ 923822 w 4459850"/>
              <a:gd name="connsiteY10" fmla="*/ 0 h 4464050"/>
              <a:gd name="connsiteX11" fmla="*/ 925575 w 4459850"/>
              <a:gd name="connsiteY11" fmla="*/ 0 h 4464050"/>
              <a:gd name="connsiteX12" fmla="*/ 1555348 w 4459850"/>
              <a:gd name="connsiteY12" fmla="*/ 570628 h 4464050"/>
              <a:gd name="connsiteX13" fmla="*/ 1555348 w 4459850"/>
              <a:gd name="connsiteY13" fmla="*/ 3893320 h 4464050"/>
              <a:gd name="connsiteX14" fmla="*/ 925461 w 4459850"/>
              <a:gd name="connsiteY14" fmla="*/ 4464050 h 4464050"/>
              <a:gd name="connsiteX15" fmla="*/ 923822 w 4459850"/>
              <a:gd name="connsiteY15" fmla="*/ 4464050 h 4464050"/>
              <a:gd name="connsiteX16" fmla="*/ 923822 w 4459850"/>
              <a:gd name="connsiteY16" fmla="*/ 0 h 4464050"/>
              <a:gd name="connsiteX17" fmla="*/ 0 w 4459850"/>
              <a:gd name="connsiteY17" fmla="*/ 0 h 4464050"/>
              <a:gd name="connsiteX18" fmla="*/ 2239 w 4459850"/>
              <a:gd name="connsiteY18" fmla="*/ 0 h 4464050"/>
              <a:gd name="connsiteX19" fmla="*/ 806883 w 4459850"/>
              <a:gd name="connsiteY19" fmla="*/ 570628 h 4464050"/>
              <a:gd name="connsiteX20" fmla="*/ 806883 w 4459850"/>
              <a:gd name="connsiteY20" fmla="*/ 3893419 h 4464050"/>
              <a:gd name="connsiteX21" fmla="*/ 2234 w 4459850"/>
              <a:gd name="connsiteY21" fmla="*/ 4464050 h 4464050"/>
              <a:gd name="connsiteX22" fmla="*/ 0 w 4459850"/>
              <a:gd name="connsiteY22" fmla="*/ 4464050 h 4464050"/>
              <a:gd name="connsiteX23" fmla="*/ 0 w 4459850"/>
              <a:gd name="connsiteY23" fmla="*/ 0 h 4464050"/>
              <a:gd name="connsiteX0" fmla="*/ 1672385 w 2175191"/>
              <a:gd name="connsiteY0" fmla="*/ 0 h 4464050"/>
              <a:gd name="connsiteX1" fmla="*/ 1673781 w 2175191"/>
              <a:gd name="connsiteY1" fmla="*/ 0 h 4464050"/>
              <a:gd name="connsiteX2" fmla="*/ 2175191 w 2175191"/>
              <a:gd name="connsiteY2" fmla="*/ 570628 h 4464050"/>
              <a:gd name="connsiteX3" fmla="*/ 2175191 w 2175191"/>
              <a:gd name="connsiteY3" fmla="*/ 3893320 h 4464050"/>
              <a:gd name="connsiteX4" fmla="*/ 1673690 w 2175191"/>
              <a:gd name="connsiteY4" fmla="*/ 4464050 h 4464050"/>
              <a:gd name="connsiteX5" fmla="*/ 1672385 w 2175191"/>
              <a:gd name="connsiteY5" fmla="*/ 4464050 h 4464050"/>
              <a:gd name="connsiteX6" fmla="*/ 1672385 w 2175191"/>
              <a:gd name="connsiteY6" fmla="*/ 0 h 4464050"/>
              <a:gd name="connsiteX7" fmla="*/ 923822 w 2175191"/>
              <a:gd name="connsiteY7" fmla="*/ 0 h 4464050"/>
              <a:gd name="connsiteX8" fmla="*/ 925575 w 2175191"/>
              <a:gd name="connsiteY8" fmla="*/ 0 h 4464050"/>
              <a:gd name="connsiteX9" fmla="*/ 1555348 w 2175191"/>
              <a:gd name="connsiteY9" fmla="*/ 570628 h 4464050"/>
              <a:gd name="connsiteX10" fmla="*/ 1555348 w 2175191"/>
              <a:gd name="connsiteY10" fmla="*/ 3893320 h 4464050"/>
              <a:gd name="connsiteX11" fmla="*/ 925461 w 2175191"/>
              <a:gd name="connsiteY11" fmla="*/ 4464050 h 4464050"/>
              <a:gd name="connsiteX12" fmla="*/ 923822 w 2175191"/>
              <a:gd name="connsiteY12" fmla="*/ 4464050 h 4464050"/>
              <a:gd name="connsiteX13" fmla="*/ 923822 w 2175191"/>
              <a:gd name="connsiteY13" fmla="*/ 0 h 4464050"/>
              <a:gd name="connsiteX14" fmla="*/ 0 w 2175191"/>
              <a:gd name="connsiteY14" fmla="*/ 0 h 4464050"/>
              <a:gd name="connsiteX15" fmla="*/ 2239 w 2175191"/>
              <a:gd name="connsiteY15" fmla="*/ 0 h 4464050"/>
              <a:gd name="connsiteX16" fmla="*/ 806883 w 2175191"/>
              <a:gd name="connsiteY16" fmla="*/ 570628 h 4464050"/>
              <a:gd name="connsiteX17" fmla="*/ 806883 w 2175191"/>
              <a:gd name="connsiteY17" fmla="*/ 3893419 h 4464050"/>
              <a:gd name="connsiteX18" fmla="*/ 2234 w 2175191"/>
              <a:gd name="connsiteY18" fmla="*/ 4464050 h 4464050"/>
              <a:gd name="connsiteX19" fmla="*/ 0 w 2175191"/>
              <a:gd name="connsiteY19" fmla="*/ 4464050 h 4464050"/>
              <a:gd name="connsiteX20" fmla="*/ 0 w 2175191"/>
              <a:gd name="connsiteY20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75191" h="4464050">
                <a:moveTo>
                  <a:pt x="1672385" y="0"/>
                </a:moveTo>
                <a:lnTo>
                  <a:pt x="1673781" y="0"/>
                </a:lnTo>
                <a:lnTo>
                  <a:pt x="2175191" y="570628"/>
                </a:lnTo>
                <a:lnTo>
                  <a:pt x="2175191" y="3893320"/>
                </a:lnTo>
                <a:lnTo>
                  <a:pt x="1673690" y="4464050"/>
                </a:lnTo>
                <a:lnTo>
                  <a:pt x="1672385" y="4464050"/>
                </a:lnTo>
                <a:lnTo>
                  <a:pt x="1672385" y="0"/>
                </a:lnTo>
                <a:close/>
                <a:moveTo>
                  <a:pt x="923822" y="0"/>
                </a:moveTo>
                <a:lnTo>
                  <a:pt x="925575" y="0"/>
                </a:lnTo>
                <a:lnTo>
                  <a:pt x="1555348" y="570628"/>
                </a:lnTo>
                <a:lnTo>
                  <a:pt x="1555348" y="3893320"/>
                </a:lnTo>
                <a:lnTo>
                  <a:pt x="925461" y="4464050"/>
                </a:lnTo>
                <a:lnTo>
                  <a:pt x="923822" y="4464050"/>
                </a:lnTo>
                <a:lnTo>
                  <a:pt x="923822" y="0"/>
                </a:lnTo>
                <a:close/>
                <a:moveTo>
                  <a:pt x="0" y="0"/>
                </a:moveTo>
                <a:lnTo>
                  <a:pt x="2239" y="0"/>
                </a:lnTo>
                <a:lnTo>
                  <a:pt x="806883" y="570628"/>
                </a:lnTo>
                <a:lnTo>
                  <a:pt x="806883" y="3893419"/>
                </a:lnTo>
                <a:lnTo>
                  <a:pt x="2234" y="4464050"/>
                </a:lnTo>
                <a:lnTo>
                  <a:pt x="0" y="44640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D7EBD8C5-104A-B100-D7E9-563B58A89C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E7827B0-458A-61CB-B545-06F73FE11E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9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29">
            <a:extLst>
              <a:ext uri="{FF2B5EF4-FFF2-40B4-BE49-F238E27FC236}">
                <a16:creationId xmlns:a16="http://schemas.microsoft.com/office/drawing/2014/main" id="{CB11B69D-F8A0-EBDF-8FDF-F6C59FB328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09628" y="411164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162FE58C-01D8-66F8-BE7C-FC85A10D21A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15926" y="824441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Picture Placeholder 29">
            <a:extLst>
              <a:ext uri="{FF2B5EF4-FFF2-40B4-BE49-F238E27FC236}">
                <a16:creationId xmlns:a16="http://schemas.microsoft.com/office/drawing/2014/main" id="{6557B76C-2C46-F1C3-C076-3C704E6244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22224" y="1237718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47D551-215C-3522-32F8-C9D8DCC05F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43555F8-B12E-C767-8141-6E0D96A411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F866960-BDFF-0718-20C4-CA7E026455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1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33D8557-708A-63F8-E3F0-46300F55EE9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81746" y="411163"/>
            <a:ext cx="3230454" cy="3889376"/>
          </a:xfrm>
          <a:custGeom>
            <a:avLst/>
            <a:gdLst>
              <a:gd name="connsiteX0" fmla="*/ 1287193 w 3289788"/>
              <a:gd name="connsiteY0" fmla="*/ 0 h 3960812"/>
              <a:gd name="connsiteX1" fmla="*/ 3289788 w 3289788"/>
              <a:gd name="connsiteY1" fmla="*/ 0 h 3960812"/>
              <a:gd name="connsiteX2" fmla="*/ 3289788 w 3289788"/>
              <a:gd name="connsiteY2" fmla="*/ 2670127 h 3960812"/>
              <a:gd name="connsiteX3" fmla="*/ 3032351 w 3289788"/>
              <a:gd name="connsiteY3" fmla="*/ 2670127 h 3960812"/>
              <a:gd name="connsiteX4" fmla="*/ 3032351 w 3289788"/>
              <a:gd name="connsiteY4" fmla="*/ 2928264 h 3960812"/>
              <a:gd name="connsiteX5" fmla="*/ 2774912 w 3289788"/>
              <a:gd name="connsiteY5" fmla="*/ 2928264 h 3960812"/>
              <a:gd name="connsiteX6" fmla="*/ 2774912 w 3289788"/>
              <a:gd name="connsiteY6" fmla="*/ 3186401 h 3960812"/>
              <a:gd name="connsiteX7" fmla="*/ 2517473 w 3289788"/>
              <a:gd name="connsiteY7" fmla="*/ 3186401 h 3960812"/>
              <a:gd name="connsiteX8" fmla="*/ 2517473 w 3289788"/>
              <a:gd name="connsiteY8" fmla="*/ 3444538 h 3960812"/>
              <a:gd name="connsiteX9" fmla="*/ 2260034 w 3289788"/>
              <a:gd name="connsiteY9" fmla="*/ 3444538 h 3960812"/>
              <a:gd name="connsiteX10" fmla="*/ 2260034 w 3289788"/>
              <a:gd name="connsiteY10" fmla="*/ 3702675 h 3960812"/>
              <a:gd name="connsiteX11" fmla="*/ 2002595 w 3289788"/>
              <a:gd name="connsiteY11" fmla="*/ 3702675 h 3960812"/>
              <a:gd name="connsiteX12" fmla="*/ 2002595 w 3289788"/>
              <a:gd name="connsiteY12" fmla="*/ 3960812 h 3960812"/>
              <a:gd name="connsiteX13" fmla="*/ 0 w 3289788"/>
              <a:gd name="connsiteY13" fmla="*/ 3960812 h 3960812"/>
              <a:gd name="connsiteX14" fmla="*/ 0 w 3289788"/>
              <a:gd name="connsiteY14" fmla="*/ 1290685 h 3960812"/>
              <a:gd name="connsiteX15" fmla="*/ 257439 w 3289788"/>
              <a:gd name="connsiteY15" fmla="*/ 1290685 h 3960812"/>
              <a:gd name="connsiteX16" fmla="*/ 257439 w 3289788"/>
              <a:gd name="connsiteY16" fmla="*/ 1032548 h 3960812"/>
              <a:gd name="connsiteX17" fmla="*/ 514878 w 3289788"/>
              <a:gd name="connsiteY17" fmla="*/ 1032548 h 3960812"/>
              <a:gd name="connsiteX18" fmla="*/ 514878 w 3289788"/>
              <a:gd name="connsiteY18" fmla="*/ 774411 h 3960812"/>
              <a:gd name="connsiteX19" fmla="*/ 772317 w 3289788"/>
              <a:gd name="connsiteY19" fmla="*/ 774411 h 3960812"/>
              <a:gd name="connsiteX20" fmla="*/ 772317 w 3289788"/>
              <a:gd name="connsiteY20" fmla="*/ 516274 h 3960812"/>
              <a:gd name="connsiteX21" fmla="*/ 1029756 w 3289788"/>
              <a:gd name="connsiteY21" fmla="*/ 516274 h 3960812"/>
              <a:gd name="connsiteX22" fmla="*/ 1029756 w 3289788"/>
              <a:gd name="connsiteY22" fmla="*/ 258137 h 3960812"/>
              <a:gd name="connsiteX23" fmla="*/ 1287193 w 3289788"/>
              <a:gd name="connsiteY23" fmla="*/ 258137 h 3960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289788" h="3960812">
                <a:moveTo>
                  <a:pt x="1287193" y="0"/>
                </a:moveTo>
                <a:lnTo>
                  <a:pt x="3289788" y="0"/>
                </a:lnTo>
                <a:lnTo>
                  <a:pt x="3289788" y="2670127"/>
                </a:lnTo>
                <a:lnTo>
                  <a:pt x="3032351" y="2670127"/>
                </a:lnTo>
                <a:lnTo>
                  <a:pt x="3032351" y="2928264"/>
                </a:lnTo>
                <a:lnTo>
                  <a:pt x="2774912" y="2928264"/>
                </a:lnTo>
                <a:lnTo>
                  <a:pt x="2774912" y="3186401"/>
                </a:lnTo>
                <a:lnTo>
                  <a:pt x="2517473" y="3186401"/>
                </a:lnTo>
                <a:lnTo>
                  <a:pt x="2517473" y="3444538"/>
                </a:lnTo>
                <a:lnTo>
                  <a:pt x="2260034" y="3444538"/>
                </a:lnTo>
                <a:lnTo>
                  <a:pt x="2260034" y="3702675"/>
                </a:lnTo>
                <a:lnTo>
                  <a:pt x="2002595" y="3702675"/>
                </a:lnTo>
                <a:lnTo>
                  <a:pt x="2002595" y="3960812"/>
                </a:lnTo>
                <a:lnTo>
                  <a:pt x="0" y="3960812"/>
                </a:lnTo>
                <a:lnTo>
                  <a:pt x="0" y="1290685"/>
                </a:lnTo>
                <a:lnTo>
                  <a:pt x="257439" y="1290685"/>
                </a:lnTo>
                <a:lnTo>
                  <a:pt x="257439" y="1032548"/>
                </a:lnTo>
                <a:lnTo>
                  <a:pt x="514878" y="1032548"/>
                </a:lnTo>
                <a:lnTo>
                  <a:pt x="514878" y="774411"/>
                </a:lnTo>
                <a:lnTo>
                  <a:pt x="772317" y="774411"/>
                </a:lnTo>
                <a:lnTo>
                  <a:pt x="772317" y="516274"/>
                </a:lnTo>
                <a:lnTo>
                  <a:pt x="1029756" y="516274"/>
                </a:lnTo>
                <a:lnTo>
                  <a:pt x="1029756" y="258137"/>
                </a:lnTo>
                <a:lnTo>
                  <a:pt x="1287193" y="25813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 dirty="0"/>
              <a:t>Insert picture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58931E8-9625-77F8-7BBF-076FE66C8C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A0C37B1-9835-EA65-F046-D589B12A0D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3039128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94" userDrawn="1">
          <p15:clr>
            <a:srgbClr val="547EBF"/>
          </p15:clr>
        </p15:guide>
        <p15:guide id="3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48">
            <a:extLst>
              <a:ext uri="{FF2B5EF4-FFF2-40B4-BE49-F238E27FC236}">
                <a16:creationId xmlns:a16="http://schemas.microsoft.com/office/drawing/2014/main" id="{A7551421-354E-1441-AEFF-FA5F95FCD9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35426" y="626385"/>
            <a:ext cx="3770985" cy="3709078"/>
          </a:xfrm>
          <a:custGeom>
            <a:avLst/>
            <a:gdLst>
              <a:gd name="connsiteX0" fmla="*/ 446456 w 3478814"/>
              <a:gd name="connsiteY0" fmla="*/ 2633052 h 3421704"/>
              <a:gd name="connsiteX1" fmla="*/ 3033202 w 3478814"/>
              <a:gd name="connsiteY1" fmla="*/ 2633052 h 3421704"/>
              <a:gd name="connsiteX2" fmla="*/ 3478814 w 3478814"/>
              <a:gd name="connsiteY2" fmla="*/ 3421704 h 3421704"/>
              <a:gd name="connsiteX3" fmla="*/ 0 w 3478814"/>
              <a:gd name="connsiteY3" fmla="*/ 3421704 h 3421704"/>
              <a:gd name="connsiteX4" fmla="*/ 446456 w 3478814"/>
              <a:gd name="connsiteY4" fmla="*/ 1755087 h 3421704"/>
              <a:gd name="connsiteX5" fmla="*/ 3033202 w 3478814"/>
              <a:gd name="connsiteY5" fmla="*/ 1755087 h 3421704"/>
              <a:gd name="connsiteX6" fmla="*/ 3478814 w 3478814"/>
              <a:gd name="connsiteY6" fmla="*/ 2543739 h 3421704"/>
              <a:gd name="connsiteX7" fmla="*/ 0 w 3478814"/>
              <a:gd name="connsiteY7" fmla="*/ 2543739 h 3421704"/>
              <a:gd name="connsiteX8" fmla="*/ 446456 w 3478814"/>
              <a:gd name="connsiteY8" fmla="*/ 877965 h 3421704"/>
              <a:gd name="connsiteX9" fmla="*/ 3033202 w 3478814"/>
              <a:gd name="connsiteY9" fmla="*/ 877965 h 3421704"/>
              <a:gd name="connsiteX10" fmla="*/ 3478814 w 3478814"/>
              <a:gd name="connsiteY10" fmla="*/ 1666617 h 3421704"/>
              <a:gd name="connsiteX11" fmla="*/ 0 w 3478814"/>
              <a:gd name="connsiteY11" fmla="*/ 1666617 h 3421704"/>
              <a:gd name="connsiteX12" fmla="*/ 446456 w 3478814"/>
              <a:gd name="connsiteY12" fmla="*/ 0 h 3421704"/>
              <a:gd name="connsiteX13" fmla="*/ 3033202 w 3478814"/>
              <a:gd name="connsiteY13" fmla="*/ 0 h 3421704"/>
              <a:gd name="connsiteX14" fmla="*/ 3478814 w 3478814"/>
              <a:gd name="connsiteY14" fmla="*/ 788652 h 3421704"/>
              <a:gd name="connsiteX15" fmla="*/ 0 w 3478814"/>
              <a:gd name="connsiteY15" fmla="*/ 788652 h 342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78814" h="3421704">
                <a:moveTo>
                  <a:pt x="446456" y="2633052"/>
                </a:moveTo>
                <a:lnTo>
                  <a:pt x="3033202" y="2633052"/>
                </a:lnTo>
                <a:lnTo>
                  <a:pt x="3478814" y="3421704"/>
                </a:lnTo>
                <a:lnTo>
                  <a:pt x="0" y="3421704"/>
                </a:lnTo>
                <a:close/>
                <a:moveTo>
                  <a:pt x="446456" y="1755087"/>
                </a:moveTo>
                <a:lnTo>
                  <a:pt x="3033202" y="1755087"/>
                </a:lnTo>
                <a:lnTo>
                  <a:pt x="3478814" y="2543739"/>
                </a:lnTo>
                <a:lnTo>
                  <a:pt x="0" y="2543739"/>
                </a:lnTo>
                <a:close/>
                <a:moveTo>
                  <a:pt x="446456" y="877965"/>
                </a:moveTo>
                <a:lnTo>
                  <a:pt x="3033202" y="877965"/>
                </a:lnTo>
                <a:lnTo>
                  <a:pt x="3478814" y="1666617"/>
                </a:lnTo>
                <a:lnTo>
                  <a:pt x="0" y="1666617"/>
                </a:lnTo>
                <a:close/>
                <a:moveTo>
                  <a:pt x="446456" y="0"/>
                </a:moveTo>
                <a:lnTo>
                  <a:pt x="3033202" y="0"/>
                </a:lnTo>
                <a:lnTo>
                  <a:pt x="3478814" y="788652"/>
                </a:lnTo>
                <a:lnTo>
                  <a:pt x="0" y="78865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ED9150D-1613-F146-E32A-0CB05393DF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E49EE8A-71FA-1A2D-615E-D5800DC60D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4283253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822" userDrawn="1">
          <p15:clr>
            <a:srgbClr val="547EBF"/>
          </p15:clr>
        </p15:guide>
        <p15:guide id="3" orient="horz" pos="3094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94ACFC5-D53C-B324-758C-416E26F66A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822C8EB-5145-04CB-A3DF-1246B9DC6B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7A66C6D-1C70-F59C-5B04-8B049B493A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9200" y="428624"/>
            <a:ext cx="3676950" cy="3929296"/>
          </a:xfrm>
          <a:custGeom>
            <a:avLst/>
            <a:gdLst>
              <a:gd name="connsiteX0" fmla="*/ 2149626 w 2778316"/>
              <a:gd name="connsiteY0" fmla="*/ 0 h 2968989"/>
              <a:gd name="connsiteX1" fmla="*/ 2778316 w 2778316"/>
              <a:gd name="connsiteY1" fmla="*/ 380335 h 2968989"/>
              <a:gd name="connsiteX2" fmla="*/ 2778316 w 2778316"/>
              <a:gd name="connsiteY2" fmla="*/ 2588653 h 2968989"/>
              <a:gd name="connsiteX3" fmla="*/ 2149626 w 2778316"/>
              <a:gd name="connsiteY3" fmla="*/ 2968989 h 2968989"/>
              <a:gd name="connsiteX4" fmla="*/ 0 w 2778316"/>
              <a:gd name="connsiteY4" fmla="*/ 0 h 2968989"/>
              <a:gd name="connsiteX5" fmla="*/ 628669 w 2778316"/>
              <a:gd name="connsiteY5" fmla="*/ 380335 h 2968989"/>
              <a:gd name="connsiteX6" fmla="*/ 628669 w 2778316"/>
              <a:gd name="connsiteY6" fmla="*/ 2588653 h 2968989"/>
              <a:gd name="connsiteX7" fmla="*/ 0 w 2778316"/>
              <a:gd name="connsiteY7" fmla="*/ 2968989 h 2968989"/>
              <a:gd name="connsiteX8" fmla="*/ 1426322 w 2778316"/>
              <a:gd name="connsiteY8" fmla="*/ 0 h 2968989"/>
              <a:gd name="connsiteX9" fmla="*/ 2075280 w 2778316"/>
              <a:gd name="connsiteY9" fmla="*/ 380335 h 2968989"/>
              <a:gd name="connsiteX10" fmla="*/ 2075280 w 2778316"/>
              <a:gd name="connsiteY10" fmla="*/ 2588653 h 2968989"/>
              <a:gd name="connsiteX11" fmla="*/ 1426322 w 2778316"/>
              <a:gd name="connsiteY11" fmla="*/ 2968989 h 2968989"/>
              <a:gd name="connsiteX12" fmla="*/ 703016 w 2778316"/>
              <a:gd name="connsiteY12" fmla="*/ 0 h 2968989"/>
              <a:gd name="connsiteX13" fmla="*/ 1351975 w 2778316"/>
              <a:gd name="connsiteY13" fmla="*/ 380335 h 2968989"/>
              <a:gd name="connsiteX14" fmla="*/ 1351975 w 2778316"/>
              <a:gd name="connsiteY14" fmla="*/ 2588653 h 2968989"/>
              <a:gd name="connsiteX15" fmla="*/ 703016 w 2778316"/>
              <a:gd name="connsiteY15" fmla="*/ 2968989 h 2968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78316" h="2968989">
                <a:moveTo>
                  <a:pt x="2149626" y="0"/>
                </a:moveTo>
                <a:lnTo>
                  <a:pt x="2778316" y="380335"/>
                </a:lnTo>
                <a:lnTo>
                  <a:pt x="2778316" y="2588653"/>
                </a:lnTo>
                <a:lnTo>
                  <a:pt x="2149626" y="2968989"/>
                </a:lnTo>
                <a:close/>
                <a:moveTo>
                  <a:pt x="0" y="0"/>
                </a:moveTo>
                <a:lnTo>
                  <a:pt x="628669" y="380335"/>
                </a:lnTo>
                <a:lnTo>
                  <a:pt x="628669" y="2588653"/>
                </a:lnTo>
                <a:lnTo>
                  <a:pt x="0" y="2968989"/>
                </a:lnTo>
                <a:close/>
                <a:moveTo>
                  <a:pt x="1426322" y="0"/>
                </a:moveTo>
                <a:lnTo>
                  <a:pt x="2075280" y="380335"/>
                </a:lnTo>
                <a:lnTo>
                  <a:pt x="2075280" y="2588653"/>
                </a:lnTo>
                <a:lnTo>
                  <a:pt x="1426322" y="2968989"/>
                </a:lnTo>
                <a:close/>
                <a:moveTo>
                  <a:pt x="703016" y="0"/>
                </a:moveTo>
                <a:lnTo>
                  <a:pt x="1351975" y="380335"/>
                </a:lnTo>
                <a:lnTo>
                  <a:pt x="1351975" y="2588653"/>
                </a:lnTo>
                <a:lnTo>
                  <a:pt x="703016" y="296898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36761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94" userDrawn="1">
          <p15:clr>
            <a:srgbClr val="547EBF"/>
          </p15:clr>
        </p15:guide>
        <p15:guide id="3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704107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704107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2357A365-B981-CBBC-D4A8-737E6786D8F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00442" y="428625"/>
            <a:ext cx="190570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446405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0" fmla="*/ 4457616 w 4457616"/>
              <a:gd name="connsiteY0" fmla="*/ 3569 h 4464050"/>
              <a:gd name="connsiteX1" fmla="*/ 4457616 w 4457616"/>
              <a:gd name="connsiteY1" fmla="*/ 4460478 h 4464050"/>
              <a:gd name="connsiteX2" fmla="*/ 3658004 w 4457616"/>
              <a:gd name="connsiteY2" fmla="*/ 3893419 h 4464050"/>
              <a:gd name="connsiteX3" fmla="*/ 3658004 w 4457616"/>
              <a:gd name="connsiteY3" fmla="*/ 570628 h 4464050"/>
              <a:gd name="connsiteX4" fmla="*/ 4457616 w 4457616"/>
              <a:gd name="connsiteY4" fmla="*/ 3569 h 4464050"/>
              <a:gd name="connsiteX5" fmla="*/ 3539413 w 4457616"/>
              <a:gd name="connsiteY5" fmla="*/ 0 h 4464050"/>
              <a:gd name="connsiteX6" fmla="*/ 3541165 w 4457616"/>
              <a:gd name="connsiteY6" fmla="*/ 0 h 4464050"/>
              <a:gd name="connsiteX7" fmla="*/ 3541165 w 4457616"/>
              <a:gd name="connsiteY7" fmla="*/ 4464050 h 4464050"/>
              <a:gd name="connsiteX8" fmla="*/ 3539416 w 4457616"/>
              <a:gd name="connsiteY8" fmla="*/ 4464050 h 4464050"/>
              <a:gd name="connsiteX9" fmla="*/ 2909638 w 4457616"/>
              <a:gd name="connsiteY9" fmla="*/ 3893419 h 4464050"/>
              <a:gd name="connsiteX10" fmla="*/ 2909638 w 4457616"/>
              <a:gd name="connsiteY10" fmla="*/ 570628 h 4464050"/>
              <a:gd name="connsiteX11" fmla="*/ 3539413 w 4457616"/>
              <a:gd name="connsiteY11" fmla="*/ 0 h 4464050"/>
              <a:gd name="connsiteX12" fmla="*/ 2791206 w 4457616"/>
              <a:gd name="connsiteY12" fmla="*/ 0 h 4464050"/>
              <a:gd name="connsiteX13" fmla="*/ 2792601 w 4457616"/>
              <a:gd name="connsiteY13" fmla="*/ 0 h 4464050"/>
              <a:gd name="connsiteX14" fmla="*/ 2792601 w 4457616"/>
              <a:gd name="connsiteY14" fmla="*/ 4464050 h 4464050"/>
              <a:gd name="connsiteX15" fmla="*/ 2791209 w 4457616"/>
              <a:gd name="connsiteY15" fmla="*/ 4464050 h 4464050"/>
              <a:gd name="connsiteX16" fmla="*/ 2289796 w 4457616"/>
              <a:gd name="connsiteY16" fmla="*/ 3893419 h 4464050"/>
              <a:gd name="connsiteX17" fmla="*/ 2289796 w 4457616"/>
              <a:gd name="connsiteY17" fmla="*/ 570628 h 4464050"/>
              <a:gd name="connsiteX18" fmla="*/ 2791206 w 4457616"/>
              <a:gd name="connsiteY18" fmla="*/ 0 h 4464050"/>
              <a:gd name="connsiteX19" fmla="*/ 1670151 w 4457616"/>
              <a:gd name="connsiteY19" fmla="*/ 0 h 4464050"/>
              <a:gd name="connsiteX20" fmla="*/ 1671547 w 4457616"/>
              <a:gd name="connsiteY20" fmla="*/ 0 h 4464050"/>
              <a:gd name="connsiteX21" fmla="*/ 2172957 w 4457616"/>
              <a:gd name="connsiteY21" fmla="*/ 570628 h 4464050"/>
              <a:gd name="connsiteX22" fmla="*/ 2172957 w 4457616"/>
              <a:gd name="connsiteY22" fmla="*/ 3893320 h 4464050"/>
              <a:gd name="connsiteX23" fmla="*/ 1671456 w 4457616"/>
              <a:gd name="connsiteY23" fmla="*/ 4464050 h 4464050"/>
              <a:gd name="connsiteX24" fmla="*/ 1670151 w 4457616"/>
              <a:gd name="connsiteY24" fmla="*/ 4464050 h 4464050"/>
              <a:gd name="connsiteX25" fmla="*/ 1670151 w 4457616"/>
              <a:gd name="connsiteY25" fmla="*/ 0 h 4464050"/>
              <a:gd name="connsiteX26" fmla="*/ 921588 w 4457616"/>
              <a:gd name="connsiteY26" fmla="*/ 0 h 4464050"/>
              <a:gd name="connsiteX27" fmla="*/ 923341 w 4457616"/>
              <a:gd name="connsiteY27" fmla="*/ 0 h 4464050"/>
              <a:gd name="connsiteX28" fmla="*/ 1553114 w 4457616"/>
              <a:gd name="connsiteY28" fmla="*/ 570628 h 4464050"/>
              <a:gd name="connsiteX29" fmla="*/ 1553114 w 4457616"/>
              <a:gd name="connsiteY29" fmla="*/ 3893320 h 4464050"/>
              <a:gd name="connsiteX30" fmla="*/ 923227 w 4457616"/>
              <a:gd name="connsiteY30" fmla="*/ 4464050 h 4464050"/>
              <a:gd name="connsiteX31" fmla="*/ 921588 w 4457616"/>
              <a:gd name="connsiteY31" fmla="*/ 4464050 h 4464050"/>
              <a:gd name="connsiteX32" fmla="*/ 921588 w 4457616"/>
              <a:gd name="connsiteY32" fmla="*/ 0 h 4464050"/>
              <a:gd name="connsiteX33" fmla="*/ 0 w 4457616"/>
              <a:gd name="connsiteY33" fmla="*/ 4464050 h 4464050"/>
              <a:gd name="connsiteX34" fmla="*/ 5 w 4457616"/>
              <a:gd name="connsiteY34" fmla="*/ 0 h 4464050"/>
              <a:gd name="connsiteX35" fmla="*/ 804649 w 4457616"/>
              <a:gd name="connsiteY35" fmla="*/ 3893419 h 4464050"/>
              <a:gd name="connsiteX36" fmla="*/ 0 w 4457616"/>
              <a:gd name="connsiteY36" fmla="*/ 4464050 h 4464050"/>
              <a:gd name="connsiteX0" fmla="*/ 4457611 w 4457611"/>
              <a:gd name="connsiteY0" fmla="*/ 3569 h 4464050"/>
              <a:gd name="connsiteX1" fmla="*/ 4457611 w 4457611"/>
              <a:gd name="connsiteY1" fmla="*/ 4460478 h 4464050"/>
              <a:gd name="connsiteX2" fmla="*/ 3657999 w 4457611"/>
              <a:gd name="connsiteY2" fmla="*/ 3893419 h 4464050"/>
              <a:gd name="connsiteX3" fmla="*/ 3657999 w 4457611"/>
              <a:gd name="connsiteY3" fmla="*/ 570628 h 4464050"/>
              <a:gd name="connsiteX4" fmla="*/ 4457611 w 4457611"/>
              <a:gd name="connsiteY4" fmla="*/ 3569 h 4464050"/>
              <a:gd name="connsiteX5" fmla="*/ 3539408 w 4457611"/>
              <a:gd name="connsiteY5" fmla="*/ 0 h 4464050"/>
              <a:gd name="connsiteX6" fmla="*/ 3541160 w 4457611"/>
              <a:gd name="connsiteY6" fmla="*/ 0 h 4464050"/>
              <a:gd name="connsiteX7" fmla="*/ 3541160 w 4457611"/>
              <a:gd name="connsiteY7" fmla="*/ 4464050 h 4464050"/>
              <a:gd name="connsiteX8" fmla="*/ 3539411 w 4457611"/>
              <a:gd name="connsiteY8" fmla="*/ 4464050 h 4464050"/>
              <a:gd name="connsiteX9" fmla="*/ 2909633 w 4457611"/>
              <a:gd name="connsiteY9" fmla="*/ 3893419 h 4464050"/>
              <a:gd name="connsiteX10" fmla="*/ 2909633 w 4457611"/>
              <a:gd name="connsiteY10" fmla="*/ 570628 h 4464050"/>
              <a:gd name="connsiteX11" fmla="*/ 3539408 w 4457611"/>
              <a:gd name="connsiteY11" fmla="*/ 0 h 4464050"/>
              <a:gd name="connsiteX12" fmla="*/ 2791201 w 4457611"/>
              <a:gd name="connsiteY12" fmla="*/ 0 h 4464050"/>
              <a:gd name="connsiteX13" fmla="*/ 2792596 w 4457611"/>
              <a:gd name="connsiteY13" fmla="*/ 0 h 4464050"/>
              <a:gd name="connsiteX14" fmla="*/ 2792596 w 4457611"/>
              <a:gd name="connsiteY14" fmla="*/ 4464050 h 4464050"/>
              <a:gd name="connsiteX15" fmla="*/ 2791204 w 4457611"/>
              <a:gd name="connsiteY15" fmla="*/ 4464050 h 4464050"/>
              <a:gd name="connsiteX16" fmla="*/ 2289791 w 4457611"/>
              <a:gd name="connsiteY16" fmla="*/ 3893419 h 4464050"/>
              <a:gd name="connsiteX17" fmla="*/ 2289791 w 4457611"/>
              <a:gd name="connsiteY17" fmla="*/ 570628 h 4464050"/>
              <a:gd name="connsiteX18" fmla="*/ 2791201 w 4457611"/>
              <a:gd name="connsiteY18" fmla="*/ 0 h 4464050"/>
              <a:gd name="connsiteX19" fmla="*/ 1670146 w 4457611"/>
              <a:gd name="connsiteY19" fmla="*/ 0 h 4464050"/>
              <a:gd name="connsiteX20" fmla="*/ 1671542 w 4457611"/>
              <a:gd name="connsiteY20" fmla="*/ 0 h 4464050"/>
              <a:gd name="connsiteX21" fmla="*/ 2172952 w 4457611"/>
              <a:gd name="connsiteY21" fmla="*/ 570628 h 4464050"/>
              <a:gd name="connsiteX22" fmla="*/ 2172952 w 4457611"/>
              <a:gd name="connsiteY22" fmla="*/ 3893320 h 4464050"/>
              <a:gd name="connsiteX23" fmla="*/ 1671451 w 4457611"/>
              <a:gd name="connsiteY23" fmla="*/ 4464050 h 4464050"/>
              <a:gd name="connsiteX24" fmla="*/ 1670146 w 4457611"/>
              <a:gd name="connsiteY24" fmla="*/ 4464050 h 4464050"/>
              <a:gd name="connsiteX25" fmla="*/ 1670146 w 4457611"/>
              <a:gd name="connsiteY25" fmla="*/ 0 h 4464050"/>
              <a:gd name="connsiteX26" fmla="*/ 921583 w 4457611"/>
              <a:gd name="connsiteY26" fmla="*/ 0 h 4464050"/>
              <a:gd name="connsiteX27" fmla="*/ 923336 w 4457611"/>
              <a:gd name="connsiteY27" fmla="*/ 0 h 4464050"/>
              <a:gd name="connsiteX28" fmla="*/ 1553109 w 4457611"/>
              <a:gd name="connsiteY28" fmla="*/ 570628 h 4464050"/>
              <a:gd name="connsiteX29" fmla="*/ 1553109 w 4457611"/>
              <a:gd name="connsiteY29" fmla="*/ 3893320 h 4464050"/>
              <a:gd name="connsiteX30" fmla="*/ 923222 w 4457611"/>
              <a:gd name="connsiteY30" fmla="*/ 4464050 h 4464050"/>
              <a:gd name="connsiteX31" fmla="*/ 921583 w 4457611"/>
              <a:gd name="connsiteY31" fmla="*/ 4464050 h 4464050"/>
              <a:gd name="connsiteX32" fmla="*/ 921583 w 4457611"/>
              <a:gd name="connsiteY32" fmla="*/ 0 h 4464050"/>
              <a:gd name="connsiteX33" fmla="*/ 804644 w 4457611"/>
              <a:gd name="connsiteY33" fmla="*/ 3893419 h 4464050"/>
              <a:gd name="connsiteX34" fmla="*/ 0 w 4457611"/>
              <a:gd name="connsiteY34" fmla="*/ 0 h 4464050"/>
              <a:gd name="connsiteX35" fmla="*/ 804644 w 4457611"/>
              <a:gd name="connsiteY35" fmla="*/ 3893419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32" fmla="*/ 0 w 3536028"/>
              <a:gd name="connsiteY32" fmla="*/ 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3893320 h 4464050"/>
              <a:gd name="connsiteX29" fmla="*/ 1639 w 3536028"/>
              <a:gd name="connsiteY29" fmla="*/ 4464050 h 4464050"/>
              <a:gd name="connsiteX30" fmla="*/ 0 w 3536028"/>
              <a:gd name="connsiteY30" fmla="*/ 4464050 h 4464050"/>
              <a:gd name="connsiteX0" fmla="*/ 3563155 w 3563155"/>
              <a:gd name="connsiteY0" fmla="*/ 3569 h 4464050"/>
              <a:gd name="connsiteX1" fmla="*/ 3563155 w 3563155"/>
              <a:gd name="connsiteY1" fmla="*/ 4460478 h 4464050"/>
              <a:gd name="connsiteX2" fmla="*/ 2763543 w 3563155"/>
              <a:gd name="connsiteY2" fmla="*/ 3893419 h 4464050"/>
              <a:gd name="connsiteX3" fmla="*/ 2763543 w 3563155"/>
              <a:gd name="connsiteY3" fmla="*/ 570628 h 4464050"/>
              <a:gd name="connsiteX4" fmla="*/ 3563155 w 3563155"/>
              <a:gd name="connsiteY4" fmla="*/ 3569 h 4464050"/>
              <a:gd name="connsiteX5" fmla="*/ 2644952 w 3563155"/>
              <a:gd name="connsiteY5" fmla="*/ 0 h 4464050"/>
              <a:gd name="connsiteX6" fmla="*/ 2646704 w 3563155"/>
              <a:gd name="connsiteY6" fmla="*/ 0 h 4464050"/>
              <a:gd name="connsiteX7" fmla="*/ 2646704 w 3563155"/>
              <a:gd name="connsiteY7" fmla="*/ 4464050 h 4464050"/>
              <a:gd name="connsiteX8" fmla="*/ 2644955 w 3563155"/>
              <a:gd name="connsiteY8" fmla="*/ 4464050 h 4464050"/>
              <a:gd name="connsiteX9" fmla="*/ 2015177 w 3563155"/>
              <a:gd name="connsiteY9" fmla="*/ 3893419 h 4464050"/>
              <a:gd name="connsiteX10" fmla="*/ 2015177 w 3563155"/>
              <a:gd name="connsiteY10" fmla="*/ 570628 h 4464050"/>
              <a:gd name="connsiteX11" fmla="*/ 2644952 w 3563155"/>
              <a:gd name="connsiteY11" fmla="*/ 0 h 4464050"/>
              <a:gd name="connsiteX12" fmla="*/ 1896745 w 3563155"/>
              <a:gd name="connsiteY12" fmla="*/ 0 h 4464050"/>
              <a:gd name="connsiteX13" fmla="*/ 1898140 w 3563155"/>
              <a:gd name="connsiteY13" fmla="*/ 0 h 4464050"/>
              <a:gd name="connsiteX14" fmla="*/ 1898140 w 3563155"/>
              <a:gd name="connsiteY14" fmla="*/ 4464050 h 4464050"/>
              <a:gd name="connsiteX15" fmla="*/ 1896748 w 3563155"/>
              <a:gd name="connsiteY15" fmla="*/ 4464050 h 4464050"/>
              <a:gd name="connsiteX16" fmla="*/ 1395335 w 3563155"/>
              <a:gd name="connsiteY16" fmla="*/ 3893419 h 4464050"/>
              <a:gd name="connsiteX17" fmla="*/ 1395335 w 3563155"/>
              <a:gd name="connsiteY17" fmla="*/ 570628 h 4464050"/>
              <a:gd name="connsiteX18" fmla="*/ 1896745 w 3563155"/>
              <a:gd name="connsiteY18" fmla="*/ 0 h 4464050"/>
              <a:gd name="connsiteX19" fmla="*/ 775690 w 3563155"/>
              <a:gd name="connsiteY19" fmla="*/ 0 h 4464050"/>
              <a:gd name="connsiteX20" fmla="*/ 777086 w 3563155"/>
              <a:gd name="connsiteY20" fmla="*/ 0 h 4464050"/>
              <a:gd name="connsiteX21" fmla="*/ 1278496 w 3563155"/>
              <a:gd name="connsiteY21" fmla="*/ 570628 h 4464050"/>
              <a:gd name="connsiteX22" fmla="*/ 1278496 w 3563155"/>
              <a:gd name="connsiteY22" fmla="*/ 3893320 h 4464050"/>
              <a:gd name="connsiteX23" fmla="*/ 776995 w 3563155"/>
              <a:gd name="connsiteY23" fmla="*/ 4464050 h 4464050"/>
              <a:gd name="connsiteX24" fmla="*/ 775690 w 3563155"/>
              <a:gd name="connsiteY24" fmla="*/ 4464050 h 4464050"/>
              <a:gd name="connsiteX25" fmla="*/ 775690 w 3563155"/>
              <a:gd name="connsiteY25" fmla="*/ 0 h 4464050"/>
              <a:gd name="connsiteX26" fmla="*/ 27127 w 3563155"/>
              <a:gd name="connsiteY26" fmla="*/ 4464050 h 4464050"/>
              <a:gd name="connsiteX27" fmla="*/ 8 w 3563155"/>
              <a:gd name="connsiteY27" fmla="*/ 28872 h 4464050"/>
              <a:gd name="connsiteX28" fmla="*/ 658653 w 3563155"/>
              <a:gd name="connsiteY28" fmla="*/ 3893320 h 4464050"/>
              <a:gd name="connsiteX29" fmla="*/ 28766 w 3563155"/>
              <a:gd name="connsiteY29" fmla="*/ 4464050 h 4464050"/>
              <a:gd name="connsiteX30" fmla="*/ 27127 w 3563155"/>
              <a:gd name="connsiteY30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631526 w 3536028"/>
              <a:gd name="connsiteY27" fmla="*/ 3893320 h 4464050"/>
              <a:gd name="connsiteX28" fmla="*/ 1639 w 3536028"/>
              <a:gd name="connsiteY28" fmla="*/ 4464050 h 4464050"/>
              <a:gd name="connsiteX29" fmla="*/ 0 w 3536028"/>
              <a:gd name="connsiteY29" fmla="*/ 4464050 h 4464050"/>
              <a:gd name="connsiteX0" fmla="*/ 3534389 w 3534389"/>
              <a:gd name="connsiteY0" fmla="*/ 3569 h 4464050"/>
              <a:gd name="connsiteX1" fmla="*/ 3534389 w 3534389"/>
              <a:gd name="connsiteY1" fmla="*/ 4460478 h 4464050"/>
              <a:gd name="connsiteX2" fmla="*/ 2734777 w 3534389"/>
              <a:gd name="connsiteY2" fmla="*/ 3893419 h 4464050"/>
              <a:gd name="connsiteX3" fmla="*/ 2734777 w 3534389"/>
              <a:gd name="connsiteY3" fmla="*/ 570628 h 4464050"/>
              <a:gd name="connsiteX4" fmla="*/ 3534389 w 3534389"/>
              <a:gd name="connsiteY4" fmla="*/ 3569 h 4464050"/>
              <a:gd name="connsiteX5" fmla="*/ 2616186 w 3534389"/>
              <a:gd name="connsiteY5" fmla="*/ 0 h 4464050"/>
              <a:gd name="connsiteX6" fmla="*/ 2617938 w 3534389"/>
              <a:gd name="connsiteY6" fmla="*/ 0 h 4464050"/>
              <a:gd name="connsiteX7" fmla="*/ 2617938 w 3534389"/>
              <a:gd name="connsiteY7" fmla="*/ 4464050 h 4464050"/>
              <a:gd name="connsiteX8" fmla="*/ 2616189 w 3534389"/>
              <a:gd name="connsiteY8" fmla="*/ 4464050 h 4464050"/>
              <a:gd name="connsiteX9" fmla="*/ 1986411 w 3534389"/>
              <a:gd name="connsiteY9" fmla="*/ 3893419 h 4464050"/>
              <a:gd name="connsiteX10" fmla="*/ 1986411 w 3534389"/>
              <a:gd name="connsiteY10" fmla="*/ 570628 h 4464050"/>
              <a:gd name="connsiteX11" fmla="*/ 2616186 w 3534389"/>
              <a:gd name="connsiteY11" fmla="*/ 0 h 4464050"/>
              <a:gd name="connsiteX12" fmla="*/ 1867979 w 3534389"/>
              <a:gd name="connsiteY12" fmla="*/ 0 h 4464050"/>
              <a:gd name="connsiteX13" fmla="*/ 1869374 w 3534389"/>
              <a:gd name="connsiteY13" fmla="*/ 0 h 4464050"/>
              <a:gd name="connsiteX14" fmla="*/ 1869374 w 3534389"/>
              <a:gd name="connsiteY14" fmla="*/ 4464050 h 4464050"/>
              <a:gd name="connsiteX15" fmla="*/ 1867982 w 3534389"/>
              <a:gd name="connsiteY15" fmla="*/ 4464050 h 4464050"/>
              <a:gd name="connsiteX16" fmla="*/ 1366569 w 3534389"/>
              <a:gd name="connsiteY16" fmla="*/ 3893419 h 4464050"/>
              <a:gd name="connsiteX17" fmla="*/ 1366569 w 3534389"/>
              <a:gd name="connsiteY17" fmla="*/ 570628 h 4464050"/>
              <a:gd name="connsiteX18" fmla="*/ 1867979 w 3534389"/>
              <a:gd name="connsiteY18" fmla="*/ 0 h 4464050"/>
              <a:gd name="connsiteX19" fmla="*/ 746924 w 3534389"/>
              <a:gd name="connsiteY19" fmla="*/ 0 h 4464050"/>
              <a:gd name="connsiteX20" fmla="*/ 748320 w 3534389"/>
              <a:gd name="connsiteY20" fmla="*/ 0 h 4464050"/>
              <a:gd name="connsiteX21" fmla="*/ 1249730 w 3534389"/>
              <a:gd name="connsiteY21" fmla="*/ 570628 h 4464050"/>
              <a:gd name="connsiteX22" fmla="*/ 1249730 w 3534389"/>
              <a:gd name="connsiteY22" fmla="*/ 3893320 h 4464050"/>
              <a:gd name="connsiteX23" fmla="*/ 748229 w 3534389"/>
              <a:gd name="connsiteY23" fmla="*/ 4464050 h 4464050"/>
              <a:gd name="connsiteX24" fmla="*/ 746924 w 3534389"/>
              <a:gd name="connsiteY24" fmla="*/ 4464050 h 4464050"/>
              <a:gd name="connsiteX25" fmla="*/ 746924 w 3534389"/>
              <a:gd name="connsiteY25" fmla="*/ 0 h 4464050"/>
              <a:gd name="connsiteX26" fmla="*/ 0 w 3534389"/>
              <a:gd name="connsiteY26" fmla="*/ 4464050 h 4464050"/>
              <a:gd name="connsiteX27" fmla="*/ 629887 w 3534389"/>
              <a:gd name="connsiteY27" fmla="*/ 3893320 h 4464050"/>
              <a:gd name="connsiteX28" fmla="*/ 0 w 3534389"/>
              <a:gd name="connsiteY28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570628 h 4464050"/>
              <a:gd name="connsiteX22" fmla="*/ 502806 w 2787465"/>
              <a:gd name="connsiteY22" fmla="*/ 3893320 h 4464050"/>
              <a:gd name="connsiteX23" fmla="*/ 1305 w 2787465"/>
              <a:gd name="connsiteY23" fmla="*/ 4464050 h 4464050"/>
              <a:gd name="connsiteX24" fmla="*/ 0 w 2787465"/>
              <a:gd name="connsiteY24" fmla="*/ 4464050 h 4464050"/>
              <a:gd name="connsiteX25" fmla="*/ 0 w 2787465"/>
              <a:gd name="connsiteY25" fmla="*/ 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24" fmla="*/ 0 w 2787465"/>
              <a:gd name="connsiteY24" fmla="*/ 0 h 4464050"/>
              <a:gd name="connsiteX0" fmla="*/ 2809119 w 2809119"/>
              <a:gd name="connsiteY0" fmla="*/ 3569 h 4464050"/>
              <a:gd name="connsiteX1" fmla="*/ 2809119 w 2809119"/>
              <a:gd name="connsiteY1" fmla="*/ 4460478 h 4464050"/>
              <a:gd name="connsiteX2" fmla="*/ 2009507 w 2809119"/>
              <a:gd name="connsiteY2" fmla="*/ 3893419 h 4464050"/>
              <a:gd name="connsiteX3" fmla="*/ 2009507 w 2809119"/>
              <a:gd name="connsiteY3" fmla="*/ 570628 h 4464050"/>
              <a:gd name="connsiteX4" fmla="*/ 2809119 w 2809119"/>
              <a:gd name="connsiteY4" fmla="*/ 3569 h 4464050"/>
              <a:gd name="connsiteX5" fmla="*/ 1890916 w 2809119"/>
              <a:gd name="connsiteY5" fmla="*/ 0 h 4464050"/>
              <a:gd name="connsiteX6" fmla="*/ 1892668 w 2809119"/>
              <a:gd name="connsiteY6" fmla="*/ 0 h 4464050"/>
              <a:gd name="connsiteX7" fmla="*/ 1892668 w 2809119"/>
              <a:gd name="connsiteY7" fmla="*/ 4464050 h 4464050"/>
              <a:gd name="connsiteX8" fmla="*/ 1890919 w 2809119"/>
              <a:gd name="connsiteY8" fmla="*/ 4464050 h 4464050"/>
              <a:gd name="connsiteX9" fmla="*/ 1261141 w 2809119"/>
              <a:gd name="connsiteY9" fmla="*/ 3893419 h 4464050"/>
              <a:gd name="connsiteX10" fmla="*/ 1261141 w 2809119"/>
              <a:gd name="connsiteY10" fmla="*/ 570628 h 4464050"/>
              <a:gd name="connsiteX11" fmla="*/ 1890916 w 2809119"/>
              <a:gd name="connsiteY11" fmla="*/ 0 h 4464050"/>
              <a:gd name="connsiteX12" fmla="*/ 1142709 w 2809119"/>
              <a:gd name="connsiteY12" fmla="*/ 0 h 4464050"/>
              <a:gd name="connsiteX13" fmla="*/ 1144104 w 2809119"/>
              <a:gd name="connsiteY13" fmla="*/ 0 h 4464050"/>
              <a:gd name="connsiteX14" fmla="*/ 1144104 w 2809119"/>
              <a:gd name="connsiteY14" fmla="*/ 4464050 h 4464050"/>
              <a:gd name="connsiteX15" fmla="*/ 1142712 w 2809119"/>
              <a:gd name="connsiteY15" fmla="*/ 4464050 h 4464050"/>
              <a:gd name="connsiteX16" fmla="*/ 641299 w 2809119"/>
              <a:gd name="connsiteY16" fmla="*/ 3893419 h 4464050"/>
              <a:gd name="connsiteX17" fmla="*/ 641299 w 2809119"/>
              <a:gd name="connsiteY17" fmla="*/ 570628 h 4464050"/>
              <a:gd name="connsiteX18" fmla="*/ 1142709 w 2809119"/>
              <a:gd name="connsiteY18" fmla="*/ 0 h 4464050"/>
              <a:gd name="connsiteX19" fmla="*/ 0 w 2809119"/>
              <a:gd name="connsiteY19" fmla="*/ 7219 h 4464050"/>
              <a:gd name="connsiteX20" fmla="*/ 23050 w 2809119"/>
              <a:gd name="connsiteY20" fmla="*/ 0 h 4464050"/>
              <a:gd name="connsiteX21" fmla="*/ 524460 w 2809119"/>
              <a:gd name="connsiteY21" fmla="*/ 3893320 h 4464050"/>
              <a:gd name="connsiteX22" fmla="*/ 22959 w 2809119"/>
              <a:gd name="connsiteY22" fmla="*/ 4464050 h 4464050"/>
              <a:gd name="connsiteX23" fmla="*/ 21654 w 2809119"/>
              <a:gd name="connsiteY23" fmla="*/ 4464050 h 4464050"/>
              <a:gd name="connsiteX24" fmla="*/ 0 w 2809119"/>
              <a:gd name="connsiteY24" fmla="*/ 7219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1305 w 2787465"/>
              <a:gd name="connsiteY21" fmla="*/ 4464050 h 4464050"/>
              <a:gd name="connsiteX22" fmla="*/ 0 w 2787465"/>
              <a:gd name="connsiteY22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05 w 2787465"/>
              <a:gd name="connsiteY20" fmla="*/ 4464050 h 4464050"/>
              <a:gd name="connsiteX21" fmla="*/ 0 w 2787465"/>
              <a:gd name="connsiteY21" fmla="*/ 4464050 h 4464050"/>
              <a:gd name="connsiteX0" fmla="*/ 2167820 w 2167820"/>
              <a:gd name="connsiteY0" fmla="*/ 3569 h 4464050"/>
              <a:gd name="connsiteX1" fmla="*/ 2167820 w 2167820"/>
              <a:gd name="connsiteY1" fmla="*/ 4460478 h 4464050"/>
              <a:gd name="connsiteX2" fmla="*/ 1368208 w 2167820"/>
              <a:gd name="connsiteY2" fmla="*/ 3893419 h 4464050"/>
              <a:gd name="connsiteX3" fmla="*/ 1368208 w 2167820"/>
              <a:gd name="connsiteY3" fmla="*/ 570628 h 4464050"/>
              <a:gd name="connsiteX4" fmla="*/ 2167820 w 2167820"/>
              <a:gd name="connsiteY4" fmla="*/ 3569 h 4464050"/>
              <a:gd name="connsiteX5" fmla="*/ 1249617 w 2167820"/>
              <a:gd name="connsiteY5" fmla="*/ 0 h 4464050"/>
              <a:gd name="connsiteX6" fmla="*/ 1251369 w 2167820"/>
              <a:gd name="connsiteY6" fmla="*/ 0 h 4464050"/>
              <a:gd name="connsiteX7" fmla="*/ 1251369 w 2167820"/>
              <a:gd name="connsiteY7" fmla="*/ 4464050 h 4464050"/>
              <a:gd name="connsiteX8" fmla="*/ 1249620 w 2167820"/>
              <a:gd name="connsiteY8" fmla="*/ 4464050 h 4464050"/>
              <a:gd name="connsiteX9" fmla="*/ 619842 w 2167820"/>
              <a:gd name="connsiteY9" fmla="*/ 3893419 h 4464050"/>
              <a:gd name="connsiteX10" fmla="*/ 619842 w 2167820"/>
              <a:gd name="connsiteY10" fmla="*/ 570628 h 4464050"/>
              <a:gd name="connsiteX11" fmla="*/ 1249617 w 2167820"/>
              <a:gd name="connsiteY11" fmla="*/ 0 h 4464050"/>
              <a:gd name="connsiteX12" fmla="*/ 501410 w 2167820"/>
              <a:gd name="connsiteY12" fmla="*/ 0 h 4464050"/>
              <a:gd name="connsiteX13" fmla="*/ 502805 w 2167820"/>
              <a:gd name="connsiteY13" fmla="*/ 0 h 4464050"/>
              <a:gd name="connsiteX14" fmla="*/ 502805 w 2167820"/>
              <a:gd name="connsiteY14" fmla="*/ 4464050 h 4464050"/>
              <a:gd name="connsiteX15" fmla="*/ 501413 w 2167820"/>
              <a:gd name="connsiteY15" fmla="*/ 4464050 h 4464050"/>
              <a:gd name="connsiteX16" fmla="*/ 0 w 2167820"/>
              <a:gd name="connsiteY16" fmla="*/ 3893419 h 4464050"/>
              <a:gd name="connsiteX17" fmla="*/ 0 w 2167820"/>
              <a:gd name="connsiteY17" fmla="*/ 570628 h 4464050"/>
              <a:gd name="connsiteX18" fmla="*/ 501410 w 2167820"/>
              <a:gd name="connsiteY18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67820" h="4464050">
                <a:moveTo>
                  <a:pt x="2167820" y="3569"/>
                </a:moveTo>
                <a:lnTo>
                  <a:pt x="2167820" y="4460478"/>
                </a:lnTo>
                <a:lnTo>
                  <a:pt x="1368208" y="3893419"/>
                </a:lnTo>
                <a:lnTo>
                  <a:pt x="1368208" y="570628"/>
                </a:lnTo>
                <a:lnTo>
                  <a:pt x="2167820" y="3569"/>
                </a:lnTo>
                <a:close/>
                <a:moveTo>
                  <a:pt x="1249617" y="0"/>
                </a:moveTo>
                <a:lnTo>
                  <a:pt x="1251369" y="0"/>
                </a:lnTo>
                <a:lnTo>
                  <a:pt x="1251369" y="4464050"/>
                </a:lnTo>
                <a:lnTo>
                  <a:pt x="1249620" y="4464050"/>
                </a:lnTo>
                <a:lnTo>
                  <a:pt x="619842" y="3893419"/>
                </a:lnTo>
                <a:lnTo>
                  <a:pt x="619842" y="570628"/>
                </a:lnTo>
                <a:lnTo>
                  <a:pt x="1249617" y="0"/>
                </a:lnTo>
                <a:close/>
                <a:moveTo>
                  <a:pt x="501410" y="0"/>
                </a:moveTo>
                <a:lnTo>
                  <a:pt x="502805" y="0"/>
                </a:lnTo>
                <a:lnTo>
                  <a:pt x="502805" y="4464050"/>
                </a:lnTo>
                <a:lnTo>
                  <a:pt x="501413" y="4464050"/>
                </a:lnTo>
                <a:lnTo>
                  <a:pt x="0" y="3893419"/>
                </a:lnTo>
                <a:lnTo>
                  <a:pt x="0" y="570628"/>
                </a:lnTo>
                <a:lnTo>
                  <a:pt x="50141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60417610-3925-C985-77B4-41C4C49D7F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1765" y="428625"/>
            <a:ext cx="191218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570628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1672385 w 4459850"/>
              <a:gd name="connsiteY18" fmla="*/ 0 h 4464050"/>
              <a:gd name="connsiteX19" fmla="*/ 1673781 w 4459850"/>
              <a:gd name="connsiteY19" fmla="*/ 0 h 4464050"/>
              <a:gd name="connsiteX20" fmla="*/ 2175191 w 4459850"/>
              <a:gd name="connsiteY20" fmla="*/ 570628 h 4464050"/>
              <a:gd name="connsiteX21" fmla="*/ 2175191 w 4459850"/>
              <a:gd name="connsiteY21" fmla="*/ 3893320 h 4464050"/>
              <a:gd name="connsiteX22" fmla="*/ 1673690 w 4459850"/>
              <a:gd name="connsiteY22" fmla="*/ 4464050 h 4464050"/>
              <a:gd name="connsiteX23" fmla="*/ 1672385 w 4459850"/>
              <a:gd name="connsiteY23" fmla="*/ 4464050 h 4464050"/>
              <a:gd name="connsiteX24" fmla="*/ 1672385 w 4459850"/>
              <a:gd name="connsiteY24" fmla="*/ 0 h 4464050"/>
              <a:gd name="connsiteX25" fmla="*/ 923822 w 4459850"/>
              <a:gd name="connsiteY25" fmla="*/ 0 h 4464050"/>
              <a:gd name="connsiteX26" fmla="*/ 925575 w 4459850"/>
              <a:gd name="connsiteY26" fmla="*/ 0 h 4464050"/>
              <a:gd name="connsiteX27" fmla="*/ 1555348 w 4459850"/>
              <a:gd name="connsiteY27" fmla="*/ 570628 h 4464050"/>
              <a:gd name="connsiteX28" fmla="*/ 1555348 w 4459850"/>
              <a:gd name="connsiteY28" fmla="*/ 3893320 h 4464050"/>
              <a:gd name="connsiteX29" fmla="*/ 925461 w 4459850"/>
              <a:gd name="connsiteY29" fmla="*/ 4464050 h 4464050"/>
              <a:gd name="connsiteX30" fmla="*/ 923822 w 4459850"/>
              <a:gd name="connsiteY30" fmla="*/ 4464050 h 4464050"/>
              <a:gd name="connsiteX31" fmla="*/ 923822 w 4459850"/>
              <a:gd name="connsiteY31" fmla="*/ 0 h 4464050"/>
              <a:gd name="connsiteX32" fmla="*/ 0 w 4459850"/>
              <a:gd name="connsiteY32" fmla="*/ 0 h 4464050"/>
              <a:gd name="connsiteX33" fmla="*/ 2239 w 4459850"/>
              <a:gd name="connsiteY33" fmla="*/ 0 h 4464050"/>
              <a:gd name="connsiteX34" fmla="*/ 806883 w 4459850"/>
              <a:gd name="connsiteY34" fmla="*/ 570628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1672385 w 4459850"/>
              <a:gd name="connsiteY17" fmla="*/ 0 h 4464050"/>
              <a:gd name="connsiteX18" fmla="*/ 1673781 w 4459850"/>
              <a:gd name="connsiteY18" fmla="*/ 0 h 4464050"/>
              <a:gd name="connsiteX19" fmla="*/ 2175191 w 4459850"/>
              <a:gd name="connsiteY19" fmla="*/ 570628 h 4464050"/>
              <a:gd name="connsiteX20" fmla="*/ 2175191 w 4459850"/>
              <a:gd name="connsiteY20" fmla="*/ 3893320 h 4464050"/>
              <a:gd name="connsiteX21" fmla="*/ 1673690 w 4459850"/>
              <a:gd name="connsiteY21" fmla="*/ 4464050 h 4464050"/>
              <a:gd name="connsiteX22" fmla="*/ 1672385 w 4459850"/>
              <a:gd name="connsiteY22" fmla="*/ 4464050 h 4464050"/>
              <a:gd name="connsiteX23" fmla="*/ 1672385 w 4459850"/>
              <a:gd name="connsiteY23" fmla="*/ 0 h 4464050"/>
              <a:gd name="connsiteX24" fmla="*/ 923822 w 4459850"/>
              <a:gd name="connsiteY24" fmla="*/ 0 h 4464050"/>
              <a:gd name="connsiteX25" fmla="*/ 925575 w 4459850"/>
              <a:gd name="connsiteY25" fmla="*/ 0 h 4464050"/>
              <a:gd name="connsiteX26" fmla="*/ 1555348 w 4459850"/>
              <a:gd name="connsiteY26" fmla="*/ 570628 h 4464050"/>
              <a:gd name="connsiteX27" fmla="*/ 1555348 w 4459850"/>
              <a:gd name="connsiteY27" fmla="*/ 3893320 h 4464050"/>
              <a:gd name="connsiteX28" fmla="*/ 925461 w 4459850"/>
              <a:gd name="connsiteY28" fmla="*/ 4464050 h 4464050"/>
              <a:gd name="connsiteX29" fmla="*/ 923822 w 4459850"/>
              <a:gd name="connsiteY29" fmla="*/ 4464050 h 4464050"/>
              <a:gd name="connsiteX30" fmla="*/ 923822 w 4459850"/>
              <a:gd name="connsiteY30" fmla="*/ 0 h 4464050"/>
              <a:gd name="connsiteX31" fmla="*/ 0 w 4459850"/>
              <a:gd name="connsiteY31" fmla="*/ 0 h 4464050"/>
              <a:gd name="connsiteX32" fmla="*/ 2239 w 4459850"/>
              <a:gd name="connsiteY32" fmla="*/ 0 h 4464050"/>
              <a:gd name="connsiteX33" fmla="*/ 806883 w 4459850"/>
              <a:gd name="connsiteY33" fmla="*/ 570628 h 4464050"/>
              <a:gd name="connsiteX34" fmla="*/ 806883 w 4459850"/>
              <a:gd name="connsiteY34" fmla="*/ 3893419 h 4464050"/>
              <a:gd name="connsiteX35" fmla="*/ 2234 w 4459850"/>
              <a:gd name="connsiteY35" fmla="*/ 4464050 h 4464050"/>
              <a:gd name="connsiteX36" fmla="*/ 0 w 4459850"/>
              <a:gd name="connsiteY36" fmla="*/ 4464050 h 4464050"/>
              <a:gd name="connsiteX37" fmla="*/ 0 w 4459850"/>
              <a:gd name="connsiteY37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2292030 w 4459850"/>
              <a:gd name="connsiteY15" fmla="*/ 3893419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1672385 w 4459850"/>
              <a:gd name="connsiteY22" fmla="*/ 0 h 4464050"/>
              <a:gd name="connsiteX23" fmla="*/ 923822 w 4459850"/>
              <a:gd name="connsiteY23" fmla="*/ 0 h 4464050"/>
              <a:gd name="connsiteX24" fmla="*/ 925575 w 4459850"/>
              <a:gd name="connsiteY24" fmla="*/ 0 h 4464050"/>
              <a:gd name="connsiteX25" fmla="*/ 1555348 w 4459850"/>
              <a:gd name="connsiteY25" fmla="*/ 570628 h 4464050"/>
              <a:gd name="connsiteX26" fmla="*/ 1555348 w 4459850"/>
              <a:gd name="connsiteY26" fmla="*/ 3893320 h 4464050"/>
              <a:gd name="connsiteX27" fmla="*/ 925461 w 4459850"/>
              <a:gd name="connsiteY27" fmla="*/ 4464050 h 4464050"/>
              <a:gd name="connsiteX28" fmla="*/ 923822 w 4459850"/>
              <a:gd name="connsiteY28" fmla="*/ 4464050 h 4464050"/>
              <a:gd name="connsiteX29" fmla="*/ 923822 w 4459850"/>
              <a:gd name="connsiteY29" fmla="*/ 0 h 4464050"/>
              <a:gd name="connsiteX30" fmla="*/ 0 w 4459850"/>
              <a:gd name="connsiteY30" fmla="*/ 0 h 4464050"/>
              <a:gd name="connsiteX31" fmla="*/ 2239 w 4459850"/>
              <a:gd name="connsiteY31" fmla="*/ 0 h 4464050"/>
              <a:gd name="connsiteX32" fmla="*/ 806883 w 4459850"/>
              <a:gd name="connsiteY32" fmla="*/ 570628 h 4464050"/>
              <a:gd name="connsiteX33" fmla="*/ 806883 w 4459850"/>
              <a:gd name="connsiteY33" fmla="*/ 3893419 h 4464050"/>
              <a:gd name="connsiteX34" fmla="*/ 2234 w 4459850"/>
              <a:gd name="connsiteY34" fmla="*/ 4464050 h 4464050"/>
              <a:gd name="connsiteX35" fmla="*/ 0 w 4459850"/>
              <a:gd name="connsiteY35" fmla="*/ 4464050 h 4464050"/>
              <a:gd name="connsiteX36" fmla="*/ 0 w 4459850"/>
              <a:gd name="connsiteY36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3 w 4459850"/>
              <a:gd name="connsiteY12" fmla="*/ 4464050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1672385 w 4459850"/>
              <a:gd name="connsiteY15" fmla="*/ 0 h 4464050"/>
              <a:gd name="connsiteX16" fmla="*/ 1673781 w 4459850"/>
              <a:gd name="connsiteY16" fmla="*/ 0 h 4464050"/>
              <a:gd name="connsiteX17" fmla="*/ 2175191 w 4459850"/>
              <a:gd name="connsiteY17" fmla="*/ 570628 h 4464050"/>
              <a:gd name="connsiteX18" fmla="*/ 2175191 w 4459850"/>
              <a:gd name="connsiteY18" fmla="*/ 3893320 h 4464050"/>
              <a:gd name="connsiteX19" fmla="*/ 1673690 w 4459850"/>
              <a:gd name="connsiteY19" fmla="*/ 4464050 h 4464050"/>
              <a:gd name="connsiteX20" fmla="*/ 1672385 w 4459850"/>
              <a:gd name="connsiteY20" fmla="*/ 4464050 h 4464050"/>
              <a:gd name="connsiteX21" fmla="*/ 1672385 w 4459850"/>
              <a:gd name="connsiteY21" fmla="*/ 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923822 w 4459850"/>
              <a:gd name="connsiteY28" fmla="*/ 0 h 4464050"/>
              <a:gd name="connsiteX29" fmla="*/ 0 w 4459850"/>
              <a:gd name="connsiteY29" fmla="*/ 0 h 4464050"/>
              <a:gd name="connsiteX30" fmla="*/ 2239 w 4459850"/>
              <a:gd name="connsiteY30" fmla="*/ 0 h 4464050"/>
              <a:gd name="connsiteX31" fmla="*/ 806883 w 4459850"/>
              <a:gd name="connsiteY31" fmla="*/ 570628 h 4464050"/>
              <a:gd name="connsiteX32" fmla="*/ 806883 w 4459850"/>
              <a:gd name="connsiteY32" fmla="*/ 3893419 h 4464050"/>
              <a:gd name="connsiteX33" fmla="*/ 2234 w 4459850"/>
              <a:gd name="connsiteY33" fmla="*/ 4464050 h 4464050"/>
              <a:gd name="connsiteX34" fmla="*/ 0 w 4459850"/>
              <a:gd name="connsiteY34" fmla="*/ 4464050 h 4464050"/>
              <a:gd name="connsiteX35" fmla="*/ 0 w 4459850"/>
              <a:gd name="connsiteY35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1672385 w 4459850"/>
              <a:gd name="connsiteY12" fmla="*/ 0 h 4464050"/>
              <a:gd name="connsiteX13" fmla="*/ 1673781 w 4459850"/>
              <a:gd name="connsiteY13" fmla="*/ 0 h 4464050"/>
              <a:gd name="connsiteX14" fmla="*/ 2175191 w 4459850"/>
              <a:gd name="connsiteY14" fmla="*/ 570628 h 4464050"/>
              <a:gd name="connsiteX15" fmla="*/ 2175191 w 4459850"/>
              <a:gd name="connsiteY15" fmla="*/ 3893320 h 4464050"/>
              <a:gd name="connsiteX16" fmla="*/ 1673690 w 4459850"/>
              <a:gd name="connsiteY16" fmla="*/ 4464050 h 4464050"/>
              <a:gd name="connsiteX17" fmla="*/ 1672385 w 4459850"/>
              <a:gd name="connsiteY17" fmla="*/ 4464050 h 4464050"/>
              <a:gd name="connsiteX18" fmla="*/ 1672385 w 4459850"/>
              <a:gd name="connsiteY18" fmla="*/ 0 h 4464050"/>
              <a:gd name="connsiteX19" fmla="*/ 923822 w 4459850"/>
              <a:gd name="connsiteY19" fmla="*/ 0 h 4464050"/>
              <a:gd name="connsiteX20" fmla="*/ 925575 w 4459850"/>
              <a:gd name="connsiteY20" fmla="*/ 0 h 4464050"/>
              <a:gd name="connsiteX21" fmla="*/ 1555348 w 4459850"/>
              <a:gd name="connsiteY21" fmla="*/ 570628 h 4464050"/>
              <a:gd name="connsiteX22" fmla="*/ 1555348 w 4459850"/>
              <a:gd name="connsiteY22" fmla="*/ 3893320 h 4464050"/>
              <a:gd name="connsiteX23" fmla="*/ 925461 w 4459850"/>
              <a:gd name="connsiteY23" fmla="*/ 4464050 h 4464050"/>
              <a:gd name="connsiteX24" fmla="*/ 923822 w 4459850"/>
              <a:gd name="connsiteY24" fmla="*/ 4464050 h 4464050"/>
              <a:gd name="connsiteX25" fmla="*/ 923822 w 4459850"/>
              <a:gd name="connsiteY25" fmla="*/ 0 h 4464050"/>
              <a:gd name="connsiteX26" fmla="*/ 0 w 4459850"/>
              <a:gd name="connsiteY26" fmla="*/ 0 h 4464050"/>
              <a:gd name="connsiteX27" fmla="*/ 2239 w 4459850"/>
              <a:gd name="connsiteY27" fmla="*/ 0 h 4464050"/>
              <a:gd name="connsiteX28" fmla="*/ 806883 w 4459850"/>
              <a:gd name="connsiteY28" fmla="*/ 570628 h 4464050"/>
              <a:gd name="connsiteX29" fmla="*/ 806883 w 4459850"/>
              <a:gd name="connsiteY29" fmla="*/ 3893419 h 4464050"/>
              <a:gd name="connsiteX30" fmla="*/ 2234 w 4459850"/>
              <a:gd name="connsiteY30" fmla="*/ 4464050 h 4464050"/>
              <a:gd name="connsiteX31" fmla="*/ 0 w 4459850"/>
              <a:gd name="connsiteY31" fmla="*/ 4464050 h 4464050"/>
              <a:gd name="connsiteX32" fmla="*/ 0 w 4459850"/>
              <a:gd name="connsiteY32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3541647 w 4459850"/>
              <a:gd name="connsiteY10" fmla="*/ 0 h 4464050"/>
              <a:gd name="connsiteX11" fmla="*/ 1672385 w 4459850"/>
              <a:gd name="connsiteY11" fmla="*/ 0 h 4464050"/>
              <a:gd name="connsiteX12" fmla="*/ 1673781 w 4459850"/>
              <a:gd name="connsiteY12" fmla="*/ 0 h 4464050"/>
              <a:gd name="connsiteX13" fmla="*/ 2175191 w 4459850"/>
              <a:gd name="connsiteY13" fmla="*/ 570628 h 4464050"/>
              <a:gd name="connsiteX14" fmla="*/ 2175191 w 4459850"/>
              <a:gd name="connsiteY14" fmla="*/ 3893320 h 4464050"/>
              <a:gd name="connsiteX15" fmla="*/ 1673690 w 4459850"/>
              <a:gd name="connsiteY15" fmla="*/ 4464050 h 4464050"/>
              <a:gd name="connsiteX16" fmla="*/ 1672385 w 4459850"/>
              <a:gd name="connsiteY16" fmla="*/ 4464050 h 4464050"/>
              <a:gd name="connsiteX17" fmla="*/ 1672385 w 4459850"/>
              <a:gd name="connsiteY17" fmla="*/ 0 h 4464050"/>
              <a:gd name="connsiteX18" fmla="*/ 923822 w 4459850"/>
              <a:gd name="connsiteY18" fmla="*/ 0 h 4464050"/>
              <a:gd name="connsiteX19" fmla="*/ 925575 w 4459850"/>
              <a:gd name="connsiteY19" fmla="*/ 0 h 4464050"/>
              <a:gd name="connsiteX20" fmla="*/ 1555348 w 4459850"/>
              <a:gd name="connsiteY20" fmla="*/ 570628 h 4464050"/>
              <a:gd name="connsiteX21" fmla="*/ 1555348 w 4459850"/>
              <a:gd name="connsiteY21" fmla="*/ 3893320 h 4464050"/>
              <a:gd name="connsiteX22" fmla="*/ 925461 w 4459850"/>
              <a:gd name="connsiteY22" fmla="*/ 4464050 h 4464050"/>
              <a:gd name="connsiteX23" fmla="*/ 923822 w 4459850"/>
              <a:gd name="connsiteY23" fmla="*/ 4464050 h 4464050"/>
              <a:gd name="connsiteX24" fmla="*/ 923822 w 4459850"/>
              <a:gd name="connsiteY24" fmla="*/ 0 h 4464050"/>
              <a:gd name="connsiteX25" fmla="*/ 0 w 4459850"/>
              <a:gd name="connsiteY25" fmla="*/ 0 h 4464050"/>
              <a:gd name="connsiteX26" fmla="*/ 2239 w 4459850"/>
              <a:gd name="connsiteY26" fmla="*/ 0 h 4464050"/>
              <a:gd name="connsiteX27" fmla="*/ 806883 w 4459850"/>
              <a:gd name="connsiteY27" fmla="*/ 570628 h 4464050"/>
              <a:gd name="connsiteX28" fmla="*/ 806883 w 4459850"/>
              <a:gd name="connsiteY28" fmla="*/ 3893419 h 4464050"/>
              <a:gd name="connsiteX29" fmla="*/ 2234 w 4459850"/>
              <a:gd name="connsiteY29" fmla="*/ 4464050 h 4464050"/>
              <a:gd name="connsiteX30" fmla="*/ 0 w 4459850"/>
              <a:gd name="connsiteY30" fmla="*/ 4464050 h 4464050"/>
              <a:gd name="connsiteX31" fmla="*/ 0 w 4459850"/>
              <a:gd name="connsiteY31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41647 w 4459850"/>
              <a:gd name="connsiteY9" fmla="*/ 0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19994 w 4459850"/>
              <a:gd name="connsiteY5" fmla="*/ 28871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19994 w 4459850"/>
              <a:gd name="connsiteY9" fmla="*/ 28871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1672385 w 4459850"/>
              <a:gd name="connsiteY9" fmla="*/ 0 h 4464050"/>
              <a:gd name="connsiteX10" fmla="*/ 1673781 w 4459850"/>
              <a:gd name="connsiteY10" fmla="*/ 0 h 4464050"/>
              <a:gd name="connsiteX11" fmla="*/ 2175191 w 4459850"/>
              <a:gd name="connsiteY11" fmla="*/ 570628 h 4464050"/>
              <a:gd name="connsiteX12" fmla="*/ 2175191 w 4459850"/>
              <a:gd name="connsiteY12" fmla="*/ 3893320 h 4464050"/>
              <a:gd name="connsiteX13" fmla="*/ 1673690 w 4459850"/>
              <a:gd name="connsiteY13" fmla="*/ 4464050 h 4464050"/>
              <a:gd name="connsiteX14" fmla="*/ 1672385 w 4459850"/>
              <a:gd name="connsiteY14" fmla="*/ 4464050 h 4464050"/>
              <a:gd name="connsiteX15" fmla="*/ 1672385 w 4459850"/>
              <a:gd name="connsiteY15" fmla="*/ 0 h 4464050"/>
              <a:gd name="connsiteX16" fmla="*/ 923822 w 4459850"/>
              <a:gd name="connsiteY16" fmla="*/ 0 h 4464050"/>
              <a:gd name="connsiteX17" fmla="*/ 925575 w 4459850"/>
              <a:gd name="connsiteY17" fmla="*/ 0 h 4464050"/>
              <a:gd name="connsiteX18" fmla="*/ 1555348 w 4459850"/>
              <a:gd name="connsiteY18" fmla="*/ 570628 h 4464050"/>
              <a:gd name="connsiteX19" fmla="*/ 1555348 w 4459850"/>
              <a:gd name="connsiteY19" fmla="*/ 3893320 h 4464050"/>
              <a:gd name="connsiteX20" fmla="*/ 925461 w 4459850"/>
              <a:gd name="connsiteY20" fmla="*/ 4464050 h 4464050"/>
              <a:gd name="connsiteX21" fmla="*/ 923822 w 4459850"/>
              <a:gd name="connsiteY21" fmla="*/ 4464050 h 4464050"/>
              <a:gd name="connsiteX22" fmla="*/ 923822 w 4459850"/>
              <a:gd name="connsiteY22" fmla="*/ 0 h 4464050"/>
              <a:gd name="connsiteX23" fmla="*/ 0 w 4459850"/>
              <a:gd name="connsiteY23" fmla="*/ 0 h 4464050"/>
              <a:gd name="connsiteX24" fmla="*/ 2239 w 4459850"/>
              <a:gd name="connsiteY24" fmla="*/ 0 h 4464050"/>
              <a:gd name="connsiteX25" fmla="*/ 806883 w 4459850"/>
              <a:gd name="connsiteY25" fmla="*/ 570628 h 4464050"/>
              <a:gd name="connsiteX26" fmla="*/ 806883 w 4459850"/>
              <a:gd name="connsiteY26" fmla="*/ 3893419 h 4464050"/>
              <a:gd name="connsiteX27" fmla="*/ 2234 w 4459850"/>
              <a:gd name="connsiteY27" fmla="*/ 4464050 h 4464050"/>
              <a:gd name="connsiteX28" fmla="*/ 0 w 4459850"/>
              <a:gd name="connsiteY28" fmla="*/ 4464050 h 4464050"/>
              <a:gd name="connsiteX29" fmla="*/ 0 w 4459850"/>
              <a:gd name="connsiteY29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4464050 h 4464050"/>
              <a:gd name="connsiteX7" fmla="*/ 2911872 w 4459850"/>
              <a:gd name="connsiteY7" fmla="*/ 570628 h 4464050"/>
              <a:gd name="connsiteX8" fmla="*/ 1672385 w 4459850"/>
              <a:gd name="connsiteY8" fmla="*/ 0 h 4464050"/>
              <a:gd name="connsiteX9" fmla="*/ 1673781 w 4459850"/>
              <a:gd name="connsiteY9" fmla="*/ 0 h 4464050"/>
              <a:gd name="connsiteX10" fmla="*/ 2175191 w 4459850"/>
              <a:gd name="connsiteY10" fmla="*/ 570628 h 4464050"/>
              <a:gd name="connsiteX11" fmla="*/ 2175191 w 4459850"/>
              <a:gd name="connsiteY11" fmla="*/ 3893320 h 4464050"/>
              <a:gd name="connsiteX12" fmla="*/ 1673690 w 4459850"/>
              <a:gd name="connsiteY12" fmla="*/ 4464050 h 4464050"/>
              <a:gd name="connsiteX13" fmla="*/ 1672385 w 4459850"/>
              <a:gd name="connsiteY13" fmla="*/ 4464050 h 4464050"/>
              <a:gd name="connsiteX14" fmla="*/ 1672385 w 4459850"/>
              <a:gd name="connsiteY14" fmla="*/ 0 h 4464050"/>
              <a:gd name="connsiteX15" fmla="*/ 923822 w 4459850"/>
              <a:gd name="connsiteY15" fmla="*/ 0 h 4464050"/>
              <a:gd name="connsiteX16" fmla="*/ 925575 w 4459850"/>
              <a:gd name="connsiteY16" fmla="*/ 0 h 4464050"/>
              <a:gd name="connsiteX17" fmla="*/ 1555348 w 4459850"/>
              <a:gd name="connsiteY17" fmla="*/ 570628 h 4464050"/>
              <a:gd name="connsiteX18" fmla="*/ 1555348 w 4459850"/>
              <a:gd name="connsiteY18" fmla="*/ 3893320 h 4464050"/>
              <a:gd name="connsiteX19" fmla="*/ 925461 w 4459850"/>
              <a:gd name="connsiteY19" fmla="*/ 4464050 h 4464050"/>
              <a:gd name="connsiteX20" fmla="*/ 923822 w 4459850"/>
              <a:gd name="connsiteY20" fmla="*/ 4464050 h 4464050"/>
              <a:gd name="connsiteX21" fmla="*/ 923822 w 4459850"/>
              <a:gd name="connsiteY21" fmla="*/ 0 h 4464050"/>
              <a:gd name="connsiteX22" fmla="*/ 0 w 4459850"/>
              <a:gd name="connsiteY22" fmla="*/ 0 h 4464050"/>
              <a:gd name="connsiteX23" fmla="*/ 2239 w 4459850"/>
              <a:gd name="connsiteY23" fmla="*/ 0 h 4464050"/>
              <a:gd name="connsiteX24" fmla="*/ 806883 w 4459850"/>
              <a:gd name="connsiteY24" fmla="*/ 570628 h 4464050"/>
              <a:gd name="connsiteX25" fmla="*/ 806883 w 4459850"/>
              <a:gd name="connsiteY25" fmla="*/ 3893419 h 4464050"/>
              <a:gd name="connsiteX26" fmla="*/ 2234 w 4459850"/>
              <a:gd name="connsiteY26" fmla="*/ 4464050 h 4464050"/>
              <a:gd name="connsiteX27" fmla="*/ 0 w 4459850"/>
              <a:gd name="connsiteY27" fmla="*/ 4464050 h 4464050"/>
              <a:gd name="connsiteX28" fmla="*/ 0 w 4459850"/>
              <a:gd name="connsiteY28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2911872 w 4459850"/>
              <a:gd name="connsiteY4" fmla="*/ 570628 h 4464050"/>
              <a:gd name="connsiteX5" fmla="*/ 3543399 w 4459850"/>
              <a:gd name="connsiteY5" fmla="*/ 4464050 h 4464050"/>
              <a:gd name="connsiteX6" fmla="*/ 2911872 w 4459850"/>
              <a:gd name="connsiteY6" fmla="*/ 570628 h 4464050"/>
              <a:gd name="connsiteX7" fmla="*/ 1672385 w 4459850"/>
              <a:gd name="connsiteY7" fmla="*/ 0 h 4464050"/>
              <a:gd name="connsiteX8" fmla="*/ 1673781 w 4459850"/>
              <a:gd name="connsiteY8" fmla="*/ 0 h 4464050"/>
              <a:gd name="connsiteX9" fmla="*/ 2175191 w 4459850"/>
              <a:gd name="connsiteY9" fmla="*/ 570628 h 4464050"/>
              <a:gd name="connsiteX10" fmla="*/ 2175191 w 4459850"/>
              <a:gd name="connsiteY10" fmla="*/ 3893320 h 4464050"/>
              <a:gd name="connsiteX11" fmla="*/ 1673690 w 4459850"/>
              <a:gd name="connsiteY11" fmla="*/ 4464050 h 4464050"/>
              <a:gd name="connsiteX12" fmla="*/ 1672385 w 4459850"/>
              <a:gd name="connsiteY12" fmla="*/ 4464050 h 4464050"/>
              <a:gd name="connsiteX13" fmla="*/ 1672385 w 4459850"/>
              <a:gd name="connsiteY13" fmla="*/ 0 h 4464050"/>
              <a:gd name="connsiteX14" fmla="*/ 923822 w 4459850"/>
              <a:gd name="connsiteY14" fmla="*/ 0 h 4464050"/>
              <a:gd name="connsiteX15" fmla="*/ 925575 w 4459850"/>
              <a:gd name="connsiteY15" fmla="*/ 0 h 4464050"/>
              <a:gd name="connsiteX16" fmla="*/ 1555348 w 4459850"/>
              <a:gd name="connsiteY16" fmla="*/ 570628 h 4464050"/>
              <a:gd name="connsiteX17" fmla="*/ 1555348 w 4459850"/>
              <a:gd name="connsiteY17" fmla="*/ 3893320 h 4464050"/>
              <a:gd name="connsiteX18" fmla="*/ 925461 w 4459850"/>
              <a:gd name="connsiteY18" fmla="*/ 4464050 h 4464050"/>
              <a:gd name="connsiteX19" fmla="*/ 923822 w 4459850"/>
              <a:gd name="connsiteY19" fmla="*/ 4464050 h 4464050"/>
              <a:gd name="connsiteX20" fmla="*/ 923822 w 4459850"/>
              <a:gd name="connsiteY20" fmla="*/ 0 h 4464050"/>
              <a:gd name="connsiteX21" fmla="*/ 0 w 4459850"/>
              <a:gd name="connsiteY21" fmla="*/ 0 h 4464050"/>
              <a:gd name="connsiteX22" fmla="*/ 2239 w 4459850"/>
              <a:gd name="connsiteY22" fmla="*/ 0 h 4464050"/>
              <a:gd name="connsiteX23" fmla="*/ 806883 w 4459850"/>
              <a:gd name="connsiteY23" fmla="*/ 570628 h 4464050"/>
              <a:gd name="connsiteX24" fmla="*/ 806883 w 4459850"/>
              <a:gd name="connsiteY24" fmla="*/ 3893419 h 4464050"/>
              <a:gd name="connsiteX25" fmla="*/ 2234 w 4459850"/>
              <a:gd name="connsiteY25" fmla="*/ 4464050 h 4464050"/>
              <a:gd name="connsiteX26" fmla="*/ 0 w 4459850"/>
              <a:gd name="connsiteY26" fmla="*/ 4464050 h 4464050"/>
              <a:gd name="connsiteX27" fmla="*/ 0 w 4459850"/>
              <a:gd name="connsiteY27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1672385 w 4459850"/>
              <a:gd name="connsiteY4" fmla="*/ 0 h 4464050"/>
              <a:gd name="connsiteX5" fmla="*/ 1673781 w 4459850"/>
              <a:gd name="connsiteY5" fmla="*/ 0 h 4464050"/>
              <a:gd name="connsiteX6" fmla="*/ 2175191 w 4459850"/>
              <a:gd name="connsiteY6" fmla="*/ 570628 h 4464050"/>
              <a:gd name="connsiteX7" fmla="*/ 2175191 w 4459850"/>
              <a:gd name="connsiteY7" fmla="*/ 3893320 h 4464050"/>
              <a:gd name="connsiteX8" fmla="*/ 1673690 w 4459850"/>
              <a:gd name="connsiteY8" fmla="*/ 4464050 h 4464050"/>
              <a:gd name="connsiteX9" fmla="*/ 1672385 w 4459850"/>
              <a:gd name="connsiteY9" fmla="*/ 4464050 h 4464050"/>
              <a:gd name="connsiteX10" fmla="*/ 1672385 w 4459850"/>
              <a:gd name="connsiteY10" fmla="*/ 0 h 4464050"/>
              <a:gd name="connsiteX11" fmla="*/ 923822 w 4459850"/>
              <a:gd name="connsiteY11" fmla="*/ 0 h 4464050"/>
              <a:gd name="connsiteX12" fmla="*/ 925575 w 4459850"/>
              <a:gd name="connsiteY12" fmla="*/ 0 h 4464050"/>
              <a:gd name="connsiteX13" fmla="*/ 1555348 w 4459850"/>
              <a:gd name="connsiteY13" fmla="*/ 570628 h 4464050"/>
              <a:gd name="connsiteX14" fmla="*/ 1555348 w 4459850"/>
              <a:gd name="connsiteY14" fmla="*/ 3893320 h 4464050"/>
              <a:gd name="connsiteX15" fmla="*/ 925461 w 4459850"/>
              <a:gd name="connsiteY15" fmla="*/ 4464050 h 4464050"/>
              <a:gd name="connsiteX16" fmla="*/ 923822 w 4459850"/>
              <a:gd name="connsiteY16" fmla="*/ 4464050 h 4464050"/>
              <a:gd name="connsiteX17" fmla="*/ 923822 w 4459850"/>
              <a:gd name="connsiteY17" fmla="*/ 0 h 4464050"/>
              <a:gd name="connsiteX18" fmla="*/ 0 w 4459850"/>
              <a:gd name="connsiteY18" fmla="*/ 0 h 4464050"/>
              <a:gd name="connsiteX19" fmla="*/ 2239 w 4459850"/>
              <a:gd name="connsiteY19" fmla="*/ 0 h 4464050"/>
              <a:gd name="connsiteX20" fmla="*/ 806883 w 4459850"/>
              <a:gd name="connsiteY20" fmla="*/ 570628 h 4464050"/>
              <a:gd name="connsiteX21" fmla="*/ 806883 w 4459850"/>
              <a:gd name="connsiteY21" fmla="*/ 3893419 h 4464050"/>
              <a:gd name="connsiteX22" fmla="*/ 2234 w 4459850"/>
              <a:gd name="connsiteY22" fmla="*/ 4464050 h 4464050"/>
              <a:gd name="connsiteX23" fmla="*/ 0 w 4459850"/>
              <a:gd name="connsiteY23" fmla="*/ 4464050 h 4464050"/>
              <a:gd name="connsiteX24" fmla="*/ 0 w 4459850"/>
              <a:gd name="connsiteY24" fmla="*/ 0 h 4464050"/>
              <a:gd name="connsiteX0" fmla="*/ 3660238 w 4459850"/>
              <a:gd name="connsiteY0" fmla="*/ 389341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1672385 w 4459850"/>
              <a:gd name="connsiteY3" fmla="*/ 0 h 4464050"/>
              <a:gd name="connsiteX4" fmla="*/ 1673781 w 4459850"/>
              <a:gd name="connsiteY4" fmla="*/ 0 h 4464050"/>
              <a:gd name="connsiteX5" fmla="*/ 2175191 w 4459850"/>
              <a:gd name="connsiteY5" fmla="*/ 570628 h 4464050"/>
              <a:gd name="connsiteX6" fmla="*/ 2175191 w 4459850"/>
              <a:gd name="connsiteY6" fmla="*/ 3893320 h 4464050"/>
              <a:gd name="connsiteX7" fmla="*/ 1673690 w 4459850"/>
              <a:gd name="connsiteY7" fmla="*/ 4464050 h 4464050"/>
              <a:gd name="connsiteX8" fmla="*/ 1672385 w 4459850"/>
              <a:gd name="connsiteY8" fmla="*/ 4464050 h 4464050"/>
              <a:gd name="connsiteX9" fmla="*/ 1672385 w 4459850"/>
              <a:gd name="connsiteY9" fmla="*/ 0 h 4464050"/>
              <a:gd name="connsiteX10" fmla="*/ 923822 w 4459850"/>
              <a:gd name="connsiteY10" fmla="*/ 0 h 4464050"/>
              <a:gd name="connsiteX11" fmla="*/ 925575 w 4459850"/>
              <a:gd name="connsiteY11" fmla="*/ 0 h 4464050"/>
              <a:gd name="connsiteX12" fmla="*/ 1555348 w 4459850"/>
              <a:gd name="connsiteY12" fmla="*/ 570628 h 4464050"/>
              <a:gd name="connsiteX13" fmla="*/ 1555348 w 4459850"/>
              <a:gd name="connsiteY13" fmla="*/ 3893320 h 4464050"/>
              <a:gd name="connsiteX14" fmla="*/ 925461 w 4459850"/>
              <a:gd name="connsiteY14" fmla="*/ 4464050 h 4464050"/>
              <a:gd name="connsiteX15" fmla="*/ 923822 w 4459850"/>
              <a:gd name="connsiteY15" fmla="*/ 4464050 h 4464050"/>
              <a:gd name="connsiteX16" fmla="*/ 923822 w 4459850"/>
              <a:gd name="connsiteY16" fmla="*/ 0 h 4464050"/>
              <a:gd name="connsiteX17" fmla="*/ 0 w 4459850"/>
              <a:gd name="connsiteY17" fmla="*/ 0 h 4464050"/>
              <a:gd name="connsiteX18" fmla="*/ 2239 w 4459850"/>
              <a:gd name="connsiteY18" fmla="*/ 0 h 4464050"/>
              <a:gd name="connsiteX19" fmla="*/ 806883 w 4459850"/>
              <a:gd name="connsiteY19" fmla="*/ 570628 h 4464050"/>
              <a:gd name="connsiteX20" fmla="*/ 806883 w 4459850"/>
              <a:gd name="connsiteY20" fmla="*/ 3893419 h 4464050"/>
              <a:gd name="connsiteX21" fmla="*/ 2234 w 4459850"/>
              <a:gd name="connsiteY21" fmla="*/ 4464050 h 4464050"/>
              <a:gd name="connsiteX22" fmla="*/ 0 w 4459850"/>
              <a:gd name="connsiteY22" fmla="*/ 4464050 h 4464050"/>
              <a:gd name="connsiteX23" fmla="*/ 0 w 4459850"/>
              <a:gd name="connsiteY23" fmla="*/ 0 h 4464050"/>
              <a:gd name="connsiteX0" fmla="*/ 1672385 w 2175191"/>
              <a:gd name="connsiteY0" fmla="*/ 0 h 4464050"/>
              <a:gd name="connsiteX1" fmla="*/ 1673781 w 2175191"/>
              <a:gd name="connsiteY1" fmla="*/ 0 h 4464050"/>
              <a:gd name="connsiteX2" fmla="*/ 2175191 w 2175191"/>
              <a:gd name="connsiteY2" fmla="*/ 570628 h 4464050"/>
              <a:gd name="connsiteX3" fmla="*/ 2175191 w 2175191"/>
              <a:gd name="connsiteY3" fmla="*/ 3893320 h 4464050"/>
              <a:gd name="connsiteX4" fmla="*/ 1673690 w 2175191"/>
              <a:gd name="connsiteY4" fmla="*/ 4464050 h 4464050"/>
              <a:gd name="connsiteX5" fmla="*/ 1672385 w 2175191"/>
              <a:gd name="connsiteY5" fmla="*/ 4464050 h 4464050"/>
              <a:gd name="connsiteX6" fmla="*/ 1672385 w 2175191"/>
              <a:gd name="connsiteY6" fmla="*/ 0 h 4464050"/>
              <a:gd name="connsiteX7" fmla="*/ 923822 w 2175191"/>
              <a:gd name="connsiteY7" fmla="*/ 0 h 4464050"/>
              <a:gd name="connsiteX8" fmla="*/ 925575 w 2175191"/>
              <a:gd name="connsiteY8" fmla="*/ 0 h 4464050"/>
              <a:gd name="connsiteX9" fmla="*/ 1555348 w 2175191"/>
              <a:gd name="connsiteY9" fmla="*/ 570628 h 4464050"/>
              <a:gd name="connsiteX10" fmla="*/ 1555348 w 2175191"/>
              <a:gd name="connsiteY10" fmla="*/ 3893320 h 4464050"/>
              <a:gd name="connsiteX11" fmla="*/ 925461 w 2175191"/>
              <a:gd name="connsiteY11" fmla="*/ 4464050 h 4464050"/>
              <a:gd name="connsiteX12" fmla="*/ 923822 w 2175191"/>
              <a:gd name="connsiteY12" fmla="*/ 4464050 h 4464050"/>
              <a:gd name="connsiteX13" fmla="*/ 923822 w 2175191"/>
              <a:gd name="connsiteY13" fmla="*/ 0 h 4464050"/>
              <a:gd name="connsiteX14" fmla="*/ 0 w 2175191"/>
              <a:gd name="connsiteY14" fmla="*/ 0 h 4464050"/>
              <a:gd name="connsiteX15" fmla="*/ 2239 w 2175191"/>
              <a:gd name="connsiteY15" fmla="*/ 0 h 4464050"/>
              <a:gd name="connsiteX16" fmla="*/ 806883 w 2175191"/>
              <a:gd name="connsiteY16" fmla="*/ 570628 h 4464050"/>
              <a:gd name="connsiteX17" fmla="*/ 806883 w 2175191"/>
              <a:gd name="connsiteY17" fmla="*/ 3893419 h 4464050"/>
              <a:gd name="connsiteX18" fmla="*/ 2234 w 2175191"/>
              <a:gd name="connsiteY18" fmla="*/ 4464050 h 4464050"/>
              <a:gd name="connsiteX19" fmla="*/ 0 w 2175191"/>
              <a:gd name="connsiteY19" fmla="*/ 4464050 h 4464050"/>
              <a:gd name="connsiteX20" fmla="*/ 0 w 2175191"/>
              <a:gd name="connsiteY20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75191" h="4464050">
                <a:moveTo>
                  <a:pt x="1672385" y="0"/>
                </a:moveTo>
                <a:lnTo>
                  <a:pt x="1673781" y="0"/>
                </a:lnTo>
                <a:lnTo>
                  <a:pt x="2175191" y="570628"/>
                </a:lnTo>
                <a:lnTo>
                  <a:pt x="2175191" y="3893320"/>
                </a:lnTo>
                <a:lnTo>
                  <a:pt x="1673690" y="4464050"/>
                </a:lnTo>
                <a:lnTo>
                  <a:pt x="1672385" y="4464050"/>
                </a:lnTo>
                <a:lnTo>
                  <a:pt x="1672385" y="0"/>
                </a:lnTo>
                <a:close/>
                <a:moveTo>
                  <a:pt x="923822" y="0"/>
                </a:moveTo>
                <a:lnTo>
                  <a:pt x="925575" y="0"/>
                </a:lnTo>
                <a:lnTo>
                  <a:pt x="1555348" y="570628"/>
                </a:lnTo>
                <a:lnTo>
                  <a:pt x="1555348" y="3893320"/>
                </a:lnTo>
                <a:lnTo>
                  <a:pt x="925461" y="4464050"/>
                </a:lnTo>
                <a:lnTo>
                  <a:pt x="923822" y="4464050"/>
                </a:lnTo>
                <a:lnTo>
                  <a:pt x="923822" y="0"/>
                </a:lnTo>
                <a:close/>
                <a:moveTo>
                  <a:pt x="0" y="0"/>
                </a:moveTo>
                <a:lnTo>
                  <a:pt x="2239" y="0"/>
                </a:lnTo>
                <a:lnTo>
                  <a:pt x="806883" y="570628"/>
                </a:lnTo>
                <a:lnTo>
                  <a:pt x="806883" y="3893419"/>
                </a:lnTo>
                <a:lnTo>
                  <a:pt x="2234" y="4464050"/>
                </a:lnTo>
                <a:lnTo>
                  <a:pt x="0" y="44640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C023564-A8C0-59B7-53F7-E6D3FBAED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C7C22BE-DBF8-EC1C-C4FE-8CC06ADD63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363580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94" userDrawn="1">
          <p15:clr>
            <a:srgbClr val="547EBF"/>
          </p15:clr>
        </p15:guide>
        <p15:guide id="3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29">
            <a:extLst>
              <a:ext uri="{FF2B5EF4-FFF2-40B4-BE49-F238E27FC236}">
                <a16:creationId xmlns:a16="http://schemas.microsoft.com/office/drawing/2014/main" id="{CB11B69D-F8A0-EBDF-8FDF-F6C59FB328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09628" y="411164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162FE58C-01D8-66F8-BE7C-FC85A10D21A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15926" y="824441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Picture Placeholder 29">
            <a:extLst>
              <a:ext uri="{FF2B5EF4-FFF2-40B4-BE49-F238E27FC236}">
                <a16:creationId xmlns:a16="http://schemas.microsoft.com/office/drawing/2014/main" id="{6557B76C-2C46-F1C3-C076-3C704E6244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22224" y="1237718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47D551-215C-3522-32F8-C9D8DCC05F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D7EB8C2-CB44-6969-78E4-FCCFCBEF5D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1847607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547EBF"/>
          </p15:clr>
        </p15:guide>
        <p15:guide id="2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8DDDC-9903-BFAF-5E9A-336758A7278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751BA-2840-1E69-BC9D-BD21DB693D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925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0318A8-2CAD-CDEC-768A-B5B13AD3C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D2D1FC-FCB0-BFA6-7B56-667F7747CFD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40513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CE6EB6D-9FE3-72B5-4E71-59226A87B5D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60900" y="1239838"/>
            <a:ext cx="40513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13C02B7-ADC8-2D9F-6E44-62115A7D322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21117ED-42A8-FDD1-011C-74C6935B09A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FF4320-CD95-4F2D-D445-C3F1316C08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144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54C2418-D456-4DAC-9417-8C4FF4CB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417D00D-064A-EDFA-25E2-5D87150B171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1239838"/>
            <a:ext cx="26280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4EF7F72-DE1C-A6C0-D702-2B69B66FE2D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58000" y="1239838"/>
            <a:ext cx="26280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A57B1CE-A1AF-2297-DD9E-CCAEDCF5AD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84200" y="1239838"/>
            <a:ext cx="26280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316DCDEE-445E-7C5A-4805-9E2DEF37355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A610568-7520-45F3-EF90-8771A38361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D453492-B08E-4544-45EA-5F38E5CE27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4881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54C2418-D456-4DAC-9417-8C4FF4CB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985AB61-0C88-34B0-135B-840C3CA67A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800" y="1239838"/>
            <a:ext cx="2628000" cy="1625910"/>
          </a:xfrm>
          <a:noFill/>
        </p:spPr>
        <p:txBody>
          <a:bodyPr anchor="b" anchorCtr="0">
            <a:noAutofit/>
          </a:bodyPr>
          <a:lstStyle>
            <a:lvl1pPr algn="ctr">
              <a:defRPr sz="6000">
                <a:solidFill>
                  <a:schemeClr val="accent1"/>
                </a:solidFill>
                <a:latin typeface="+mj-lt"/>
              </a:defRPr>
            </a:lvl1pPr>
            <a:lvl5pPr algn="ctr">
              <a:defRPr sz="4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Value</a:t>
            </a:r>
            <a:endParaRPr lang="en-US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1EC949D-0C4A-89D8-1DA2-73269CDF4B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8000" y="1239838"/>
            <a:ext cx="2628000" cy="1625910"/>
          </a:xfrm>
          <a:noFill/>
        </p:spPr>
        <p:txBody>
          <a:bodyPr anchor="b" anchorCtr="0">
            <a:noAutofit/>
          </a:bodyPr>
          <a:lstStyle>
            <a:lvl1pPr algn="ctr">
              <a:defRPr sz="6000">
                <a:solidFill>
                  <a:schemeClr val="accent1"/>
                </a:solidFill>
                <a:latin typeface="+mj-lt"/>
              </a:defRPr>
            </a:lvl1pPr>
            <a:lvl5pPr algn="ctr">
              <a:defRPr sz="4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Value</a:t>
            </a:r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BDF6531-7792-62FD-1FA4-E5586F07B6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84200" y="1239838"/>
            <a:ext cx="2628000" cy="1625910"/>
          </a:xfrm>
          <a:noFill/>
        </p:spPr>
        <p:txBody>
          <a:bodyPr anchor="b" anchorCtr="0">
            <a:noAutofit/>
          </a:bodyPr>
          <a:lstStyle>
            <a:lvl1pPr algn="ctr">
              <a:defRPr sz="6000">
                <a:solidFill>
                  <a:schemeClr val="accent1"/>
                </a:solidFill>
                <a:latin typeface="+mj-lt"/>
              </a:defRPr>
            </a:lvl1pPr>
            <a:lvl5pPr algn="ctr">
              <a:defRPr sz="4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Value</a:t>
            </a:r>
            <a:endParaRPr lang="en-US" dirty="0"/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384041AE-73BA-2B61-19D1-9EDA754430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2969442"/>
            <a:ext cx="2628000" cy="1546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CECEA6A9-3372-56EF-4363-2D117AC1CE8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58000" y="2969442"/>
            <a:ext cx="2628000" cy="1546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Content Placeholder 17">
            <a:extLst>
              <a:ext uri="{FF2B5EF4-FFF2-40B4-BE49-F238E27FC236}">
                <a16:creationId xmlns:a16="http://schemas.microsoft.com/office/drawing/2014/main" id="{40543E32-3DD0-93DE-E2AD-63B4AF51222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84200" y="2969442"/>
            <a:ext cx="2628000" cy="1546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8707A416-C804-78B6-478D-CA50D6EE075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78285B88-6A20-F5A8-E6DF-45224F9CA62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574C5699-8F51-E4E5-F43C-EF08CAAFFD8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2654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vs 2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1239838"/>
            <a:ext cx="2627314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40088" y="1239838"/>
            <a:ext cx="5472112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95B23-4CE8-0F83-C354-D09F3255C45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14E36-F7C6-9ABF-11CE-4422BC510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F03D68-8FE8-BC7B-6013-06EB917B650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3085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vs 2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1239838"/>
            <a:ext cx="18000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411799" y="1239838"/>
            <a:ext cx="6300401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95B23-4CE8-0F83-C354-D09F3255C45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14E36-F7C6-9ABF-11CE-4422BC510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F03D68-8FE8-BC7B-6013-06EB917B650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2381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vs 1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67425" y="1239838"/>
            <a:ext cx="2644775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801" y="1239838"/>
            <a:ext cx="545465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F516B-2ACE-0F0C-86DB-AFFA27054DC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8785-29C5-511B-B330-BF0D04AE424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741B5-C764-5AD3-6589-05D9A6F73F2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9432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vs 1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912200" y="1239838"/>
            <a:ext cx="18000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800" y="1239838"/>
            <a:ext cx="6300401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F516B-2ACE-0F0C-86DB-AFFA27054DC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8785-29C5-511B-B330-BF0D04AE424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741B5-C764-5AD3-6589-05D9A6F73F2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481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ked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9">
            <a:extLst>
              <a:ext uri="{FF2B5EF4-FFF2-40B4-BE49-F238E27FC236}">
                <a16:creationId xmlns:a16="http://schemas.microsoft.com/office/drawing/2014/main" id="{D3168A0B-0555-C19D-DF7D-D05F787BD2E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905335" y="446286"/>
            <a:ext cx="3801078" cy="4070152"/>
          </a:xfrm>
          <a:custGeom>
            <a:avLst/>
            <a:gdLst>
              <a:gd name="connsiteX0" fmla="*/ 1155877 w 3193298"/>
              <a:gd name="connsiteY0" fmla="*/ 0 h 3419348"/>
              <a:gd name="connsiteX1" fmla="*/ 3193298 w 3193298"/>
              <a:gd name="connsiteY1" fmla="*/ 0 h 3419348"/>
              <a:gd name="connsiteX2" fmla="*/ 3193298 w 3193298"/>
              <a:gd name="connsiteY2" fmla="*/ 2420979 h 3419348"/>
              <a:gd name="connsiteX3" fmla="*/ 2964764 w 3193298"/>
              <a:gd name="connsiteY3" fmla="*/ 2420979 h 3419348"/>
              <a:gd name="connsiteX4" fmla="*/ 2964764 w 3193298"/>
              <a:gd name="connsiteY4" fmla="*/ 2623261 h 3419348"/>
              <a:gd name="connsiteX5" fmla="*/ 2736229 w 3193298"/>
              <a:gd name="connsiteY5" fmla="*/ 2623261 h 3419348"/>
              <a:gd name="connsiteX6" fmla="*/ 2736229 w 3193298"/>
              <a:gd name="connsiteY6" fmla="*/ 2818985 h 3419348"/>
              <a:gd name="connsiteX7" fmla="*/ 2501130 w 3193298"/>
              <a:gd name="connsiteY7" fmla="*/ 2818985 h 3419348"/>
              <a:gd name="connsiteX8" fmla="*/ 2501130 w 3193298"/>
              <a:gd name="connsiteY8" fmla="*/ 3021342 h 3419348"/>
              <a:gd name="connsiteX9" fmla="*/ 2272521 w 3193298"/>
              <a:gd name="connsiteY9" fmla="*/ 3021342 h 3419348"/>
              <a:gd name="connsiteX10" fmla="*/ 2272521 w 3193298"/>
              <a:gd name="connsiteY10" fmla="*/ 3223624 h 3419348"/>
              <a:gd name="connsiteX11" fmla="*/ 2043986 w 3193298"/>
              <a:gd name="connsiteY11" fmla="*/ 3223624 h 3419348"/>
              <a:gd name="connsiteX12" fmla="*/ 2043986 w 3193298"/>
              <a:gd name="connsiteY12" fmla="*/ 3419348 h 3419348"/>
              <a:gd name="connsiteX13" fmla="*/ 0 w 3193298"/>
              <a:gd name="connsiteY13" fmla="*/ 3419348 h 3419348"/>
              <a:gd name="connsiteX14" fmla="*/ 0 w 3193298"/>
              <a:gd name="connsiteY14" fmla="*/ 1004927 h 3419348"/>
              <a:gd name="connsiteX15" fmla="*/ 235099 w 3193298"/>
              <a:gd name="connsiteY15" fmla="*/ 1004927 h 3419348"/>
              <a:gd name="connsiteX16" fmla="*/ 235099 w 3193298"/>
              <a:gd name="connsiteY16" fmla="*/ 802645 h 3419348"/>
              <a:gd name="connsiteX17" fmla="*/ 463634 w 3193298"/>
              <a:gd name="connsiteY17" fmla="*/ 802645 h 3419348"/>
              <a:gd name="connsiteX18" fmla="*/ 463634 w 3193298"/>
              <a:gd name="connsiteY18" fmla="*/ 600362 h 3419348"/>
              <a:gd name="connsiteX19" fmla="*/ 692243 w 3193298"/>
              <a:gd name="connsiteY19" fmla="*/ 600362 h 3419348"/>
              <a:gd name="connsiteX20" fmla="*/ 692243 w 3193298"/>
              <a:gd name="connsiteY20" fmla="*/ 404564 h 3419348"/>
              <a:gd name="connsiteX21" fmla="*/ 920778 w 3193298"/>
              <a:gd name="connsiteY21" fmla="*/ 404564 h 3419348"/>
              <a:gd name="connsiteX22" fmla="*/ 920778 w 3193298"/>
              <a:gd name="connsiteY22" fmla="*/ 202281 h 3419348"/>
              <a:gd name="connsiteX23" fmla="*/ 1155877 w 3193298"/>
              <a:gd name="connsiteY23" fmla="*/ 202281 h 341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193298" h="3419348">
                <a:moveTo>
                  <a:pt x="1155877" y="0"/>
                </a:moveTo>
                <a:lnTo>
                  <a:pt x="3193298" y="0"/>
                </a:lnTo>
                <a:lnTo>
                  <a:pt x="3193298" y="2420979"/>
                </a:lnTo>
                <a:lnTo>
                  <a:pt x="2964764" y="2420979"/>
                </a:lnTo>
                <a:lnTo>
                  <a:pt x="2964764" y="2623261"/>
                </a:lnTo>
                <a:lnTo>
                  <a:pt x="2736229" y="2623261"/>
                </a:lnTo>
                <a:lnTo>
                  <a:pt x="2736229" y="2818985"/>
                </a:lnTo>
                <a:lnTo>
                  <a:pt x="2501130" y="2818985"/>
                </a:lnTo>
                <a:lnTo>
                  <a:pt x="2501130" y="3021342"/>
                </a:lnTo>
                <a:lnTo>
                  <a:pt x="2272521" y="3021342"/>
                </a:lnTo>
                <a:lnTo>
                  <a:pt x="2272521" y="3223624"/>
                </a:lnTo>
                <a:lnTo>
                  <a:pt x="2043986" y="3223624"/>
                </a:lnTo>
                <a:lnTo>
                  <a:pt x="2043986" y="3419348"/>
                </a:lnTo>
                <a:lnTo>
                  <a:pt x="0" y="3419348"/>
                </a:lnTo>
                <a:lnTo>
                  <a:pt x="0" y="1004927"/>
                </a:lnTo>
                <a:lnTo>
                  <a:pt x="235099" y="1004927"/>
                </a:lnTo>
                <a:lnTo>
                  <a:pt x="235099" y="802645"/>
                </a:lnTo>
                <a:lnTo>
                  <a:pt x="463634" y="802645"/>
                </a:lnTo>
                <a:lnTo>
                  <a:pt x="463634" y="600362"/>
                </a:lnTo>
                <a:lnTo>
                  <a:pt x="692243" y="600362"/>
                </a:lnTo>
                <a:lnTo>
                  <a:pt x="692243" y="404564"/>
                </a:lnTo>
                <a:lnTo>
                  <a:pt x="920778" y="404564"/>
                </a:lnTo>
                <a:lnTo>
                  <a:pt x="920778" y="202281"/>
                </a:lnTo>
                <a:lnTo>
                  <a:pt x="1155877" y="20228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22BA005-88CE-AF23-D026-9AAABD8F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4051300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494550A-5643-FA03-A883-2DBAD62FED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40513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F0E0EF7-F728-ACF9-4DAF-02507A5397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E0C92D8-3688-4771-2EB7-E5978942ADA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8CA4690-B355-6823-5C1B-450E64DC6E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9223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35262-E7DC-8CEA-04A4-5FD4AD8997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67425" y="0"/>
            <a:ext cx="3076575" cy="514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F91A03-685E-A91F-E992-9F3060FEF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5454650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FD5CB3C-1FE9-F0D8-364C-C1D813C9D4E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545465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3142EEC-31D5-03B8-5CCD-950A1A71223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35B9C22-6447-F2D3-3258-E69EFAE403A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E9F3593-2AF6-50A5-6BF8-306DF4FD892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1832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D8DEF5-F1E0-654A-F1F4-1A3201DDAE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84783" y="428626"/>
            <a:ext cx="2627313" cy="408781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50EC97-798E-0CCE-656F-D590BA7C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24597A9-C0B4-7EA4-9E06-263DA9D834C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545465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B89C0E1-94EA-B182-FC6B-2B31EDB4F77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A5D0958-F709-85CC-5F28-5C37E907F1B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68C3250-B02B-099F-E9FB-3EBD124FFB6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332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D8DEF5-F1E0-654A-F1F4-1A3201DDAE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800" y="428624"/>
            <a:ext cx="2627313" cy="408781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C5CEB81-17E2-A76F-349F-9107B9EA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88" y="428625"/>
            <a:ext cx="5472112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C50047-824E-09AB-3A7B-C7116E9FF95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40088" y="1239838"/>
            <a:ext cx="5472112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C265C5-A8C5-FC51-48BA-FB2B527ED3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FF7712D-A0E6-8935-0902-5685204BDF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6343E77-BEA8-0AAC-5BC6-880EBBD829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403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extra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3B5B08-F499-CEEF-6D82-9A22E374BD9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240089" y="0"/>
            <a:ext cx="5903912" cy="5143500"/>
          </a:xfrm>
          <a:solidFill>
            <a:schemeClr val="bg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A8C2371-95DB-A5FC-F16F-AE205C86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C32CF2E-C3BC-9887-D9D5-B11908277EA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8C6B807-4F7E-F6C0-B9E1-5400E9E08E8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B6078A1-E8F2-7E90-7C4D-44601B5D9C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255E3EB-FCAF-00F8-3267-FEBE102F4CF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7037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extra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3B5B08-F499-CEEF-6D82-9A22E374BD9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240089" y="428625"/>
            <a:ext cx="5472111" cy="4087814"/>
          </a:xfrm>
          <a:solidFill>
            <a:schemeClr val="bg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A8C2371-95DB-A5FC-F16F-AE205C86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C32CF2E-C3BC-9887-D9D5-B11908277EA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39BBC-394F-3025-AE20-6D850FF127E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C4EF8-986C-0F8F-1427-3C9010CAC8D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C431A-E416-24FB-9081-8575777B0F4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6962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9ECE5E-5953-C51A-A944-AFD82EE603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40088" y="430212"/>
            <a:ext cx="5472112" cy="4086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10A3DBE-718E-46DD-01BD-968AF8BC1C2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21D6468-B655-C8C3-928E-09FE78A4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0313728-DF53-AECA-6F9B-733F13A582D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E795482-8D98-C471-8860-9030371DF2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43AD9BC-16F2-A54C-21EC-550EAA71F2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8296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Information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D9FE8A-9E17-6752-19CF-8AE306471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4051300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756C61-4B2E-3294-86A7-AC5D31BCF8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800" y="1239838"/>
            <a:ext cx="40513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3B6BDA0-EAC4-4EBF-6B51-53817562ECA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60900" y="428624"/>
            <a:ext cx="4051300" cy="4087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91C55DC-AC33-2AA4-E244-53F3A9E330A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8FC04D8-6C07-234C-DDA0-50FB2590157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E29179E-18DA-45B0-D48D-DF3ABFC4B7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8745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One Speaker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93CBA7-2AB7-4088-D21F-9E3972EBDD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F152DA-058C-054C-07DB-EE09BACC6C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12523" y="463215"/>
            <a:ext cx="3027600" cy="40428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B364C33-A413-514B-F605-A7357766877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31800" y="3090440"/>
            <a:ext cx="2628000" cy="142599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Aft>
                <a:spcPts val="12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>
              <a:buNone/>
              <a:defRPr sz="1100">
                <a:solidFill>
                  <a:schemeClr val="bg1"/>
                </a:solidFill>
              </a:defRPr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6AD11AB-D473-6C67-57B3-FF5B6FFF1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239838"/>
            <a:ext cx="2627113" cy="16079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58CEB-295F-D247-0101-C871FB7E6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28625"/>
            <a:ext cx="4051100" cy="6302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C8C52B6-FF52-78EC-3370-6EA5EA221F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E7D-266F-175A-F041-E50AD7CB7B9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E6BA8-F680-BC9C-E465-2733A6260E3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1C6DDD-3AF4-3F82-A267-CF6E338A602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9166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One Speaker 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5D3D1B-E3D3-AB1B-D143-10AF747C5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F152DA-058C-054C-07DB-EE09BACC6C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12523" y="463215"/>
            <a:ext cx="3027600" cy="40428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B364C33-A413-514B-F605-A7357766877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31800" y="3090440"/>
            <a:ext cx="2628000" cy="142599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Aft>
                <a:spcPts val="12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>
              <a:buNone/>
              <a:defRPr sz="1100">
                <a:solidFill>
                  <a:schemeClr val="bg1"/>
                </a:solidFill>
              </a:defRPr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6AD11AB-D473-6C67-57B3-FF5B6FFF1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239838"/>
            <a:ext cx="2627113" cy="16079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B2935-FAD1-1791-D5B8-44B3A222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28625"/>
            <a:ext cx="4051100" cy="6302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CDC90DA-242A-7E08-23F5-78BEC3FA94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FBD1974-02AE-680E-A038-2C5F9C804B9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FD34A61-54A2-00C2-E7EC-DBA984C8D76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D1CFED-4A28-21C9-319E-8E08AD661A2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5794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One Speaker Grap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0B8364-FFC6-CA73-8368-A499D783F9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F152DA-058C-054C-07DB-EE09BACC6C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12523" y="463215"/>
            <a:ext cx="3027600" cy="40428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B364C33-A413-514B-F605-A7357766877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31800" y="3090440"/>
            <a:ext cx="2628000" cy="142599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Aft>
                <a:spcPts val="12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>
              <a:buNone/>
              <a:defRPr sz="1100">
                <a:solidFill>
                  <a:schemeClr val="bg1"/>
                </a:solidFill>
              </a:defRPr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6AD11AB-D473-6C67-57B3-FF5B6FFF1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239838"/>
            <a:ext cx="2627113" cy="16079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122524-CBD6-B34E-F711-00A450DC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28625"/>
            <a:ext cx="4051100" cy="6302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42103A1-C19B-4710-BF23-05B8E8E95A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2614AF4-3592-861D-97B8-EE9E3C7DED6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7A4CF8-F77D-D771-5286-A766FA670BB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8B51C-9E9B-5ED5-1F72-83172617D20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1578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heading onl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02" y="1599406"/>
            <a:ext cx="4051300" cy="1944688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29">
            <a:extLst>
              <a:ext uri="{FF2B5EF4-FFF2-40B4-BE49-F238E27FC236}">
                <a16:creationId xmlns:a16="http://schemas.microsoft.com/office/drawing/2014/main" id="{32382752-6AAC-4C49-57BC-B5DC63F678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57421" y="-724432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7" name="Picture Placeholder 29">
            <a:extLst>
              <a:ext uri="{FF2B5EF4-FFF2-40B4-BE49-F238E27FC236}">
                <a16:creationId xmlns:a16="http://schemas.microsoft.com/office/drawing/2014/main" id="{5F8681D4-5943-149A-AB68-476E4D76F83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003715" y="-295807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8" name="Picture Placeholder 29">
            <a:extLst>
              <a:ext uri="{FF2B5EF4-FFF2-40B4-BE49-F238E27FC236}">
                <a16:creationId xmlns:a16="http://schemas.microsoft.com/office/drawing/2014/main" id="{379CE92C-4017-4178-B601-ADE20527D2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350009" y="132818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A218E014-B1A2-A155-EDC6-037D40F838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696303" y="561443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3" name="Picture Placeholder 29">
            <a:extLst>
              <a:ext uri="{FF2B5EF4-FFF2-40B4-BE49-F238E27FC236}">
                <a16:creationId xmlns:a16="http://schemas.microsoft.com/office/drawing/2014/main" id="{E9C5E5A2-3DA7-6FA5-ADB2-6D441CC461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2597" y="990068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Picture Placeholder 29">
            <a:extLst>
              <a:ext uri="{FF2B5EF4-FFF2-40B4-BE49-F238E27FC236}">
                <a16:creationId xmlns:a16="http://schemas.microsoft.com/office/drawing/2014/main" id="{B9FF9038-CC52-0DA2-647C-5DB82FFC4E5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8891" y="1418693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57AB831-E309-E2A9-1162-A07B0ADCEBE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69F1CAA-1970-E0D8-E4F9-E75BF3DE9C6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CB7459C-BD5D-8559-0442-D6E473598DC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5387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3" pos="1791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heading onl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2CDC2CA3-D176-F048-3B40-1D07CB40FF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56114" y="930150"/>
            <a:ext cx="1288800" cy="3283200"/>
          </a:xfrm>
          <a:custGeom>
            <a:avLst/>
            <a:gdLst>
              <a:gd name="connsiteX0" fmla="*/ 1288800 w 1288800"/>
              <a:gd name="connsiteY0" fmla="*/ 0 h 3283200"/>
              <a:gd name="connsiteX1" fmla="*/ 1288800 w 1288800"/>
              <a:gd name="connsiteY1" fmla="*/ 3283200 h 3283200"/>
              <a:gd name="connsiteX2" fmla="*/ 679913 w 1288800"/>
              <a:gd name="connsiteY2" fmla="*/ 2862614 h 3283200"/>
              <a:gd name="connsiteX3" fmla="*/ 679913 w 1288800"/>
              <a:gd name="connsiteY3" fmla="*/ 420588 h 3283200"/>
              <a:gd name="connsiteX4" fmla="*/ 608888 w 1288800"/>
              <a:gd name="connsiteY4" fmla="*/ 0 h 3283200"/>
              <a:gd name="connsiteX5" fmla="*/ 608888 w 1288800"/>
              <a:gd name="connsiteY5" fmla="*/ 3283200 h 3283200"/>
              <a:gd name="connsiteX6" fmla="*/ 0 w 1288800"/>
              <a:gd name="connsiteY6" fmla="*/ 2862614 h 3283200"/>
              <a:gd name="connsiteX7" fmla="*/ 0 w 1288800"/>
              <a:gd name="connsiteY7" fmla="*/ 420588 h 3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800" h="3283200">
                <a:moveTo>
                  <a:pt x="1288800" y="0"/>
                </a:moveTo>
                <a:lnTo>
                  <a:pt x="1288800" y="3283200"/>
                </a:lnTo>
                <a:lnTo>
                  <a:pt x="679913" y="2862614"/>
                </a:lnTo>
                <a:lnTo>
                  <a:pt x="679913" y="420588"/>
                </a:lnTo>
                <a:close/>
                <a:moveTo>
                  <a:pt x="608888" y="0"/>
                </a:moveTo>
                <a:lnTo>
                  <a:pt x="608888" y="3283200"/>
                </a:lnTo>
                <a:lnTo>
                  <a:pt x="0" y="2862614"/>
                </a:lnTo>
                <a:lnTo>
                  <a:pt x="0" y="42058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02" y="1599406"/>
            <a:ext cx="4051300" cy="1944688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3DE3BFB5-899E-1535-8CE4-BAA8259800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45956" y="930150"/>
            <a:ext cx="1288800" cy="3283200"/>
          </a:xfrm>
          <a:custGeom>
            <a:avLst/>
            <a:gdLst>
              <a:gd name="connsiteX0" fmla="*/ 1288800 w 1288800"/>
              <a:gd name="connsiteY0" fmla="*/ 0 h 3283200"/>
              <a:gd name="connsiteX1" fmla="*/ 1288800 w 1288800"/>
              <a:gd name="connsiteY1" fmla="*/ 3283200 h 3283200"/>
              <a:gd name="connsiteX2" fmla="*/ 679913 w 1288800"/>
              <a:gd name="connsiteY2" fmla="*/ 2862614 h 3283200"/>
              <a:gd name="connsiteX3" fmla="*/ 679913 w 1288800"/>
              <a:gd name="connsiteY3" fmla="*/ 420588 h 3283200"/>
              <a:gd name="connsiteX4" fmla="*/ 608888 w 1288800"/>
              <a:gd name="connsiteY4" fmla="*/ 0 h 3283200"/>
              <a:gd name="connsiteX5" fmla="*/ 608888 w 1288800"/>
              <a:gd name="connsiteY5" fmla="*/ 3283200 h 3283200"/>
              <a:gd name="connsiteX6" fmla="*/ 0 w 1288800"/>
              <a:gd name="connsiteY6" fmla="*/ 2862614 h 3283200"/>
              <a:gd name="connsiteX7" fmla="*/ 0 w 1288800"/>
              <a:gd name="connsiteY7" fmla="*/ 420588 h 3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800" h="3283200">
                <a:moveTo>
                  <a:pt x="1288800" y="0"/>
                </a:moveTo>
                <a:lnTo>
                  <a:pt x="1288800" y="3283200"/>
                </a:lnTo>
                <a:lnTo>
                  <a:pt x="679913" y="2862614"/>
                </a:lnTo>
                <a:lnTo>
                  <a:pt x="679913" y="420588"/>
                </a:lnTo>
                <a:close/>
                <a:moveTo>
                  <a:pt x="608888" y="0"/>
                </a:moveTo>
                <a:lnTo>
                  <a:pt x="608888" y="3283200"/>
                </a:lnTo>
                <a:lnTo>
                  <a:pt x="0" y="2862614"/>
                </a:lnTo>
                <a:lnTo>
                  <a:pt x="0" y="42058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83D36DA0-8155-A164-37F4-6DADEA5EF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35798" y="930150"/>
            <a:ext cx="1288800" cy="3283200"/>
          </a:xfrm>
          <a:custGeom>
            <a:avLst/>
            <a:gdLst>
              <a:gd name="connsiteX0" fmla="*/ 1288800 w 1288800"/>
              <a:gd name="connsiteY0" fmla="*/ 0 h 3283200"/>
              <a:gd name="connsiteX1" fmla="*/ 1288800 w 1288800"/>
              <a:gd name="connsiteY1" fmla="*/ 3283200 h 3283200"/>
              <a:gd name="connsiteX2" fmla="*/ 679913 w 1288800"/>
              <a:gd name="connsiteY2" fmla="*/ 2862614 h 3283200"/>
              <a:gd name="connsiteX3" fmla="*/ 679913 w 1288800"/>
              <a:gd name="connsiteY3" fmla="*/ 420588 h 3283200"/>
              <a:gd name="connsiteX4" fmla="*/ 608888 w 1288800"/>
              <a:gd name="connsiteY4" fmla="*/ 0 h 3283200"/>
              <a:gd name="connsiteX5" fmla="*/ 608888 w 1288800"/>
              <a:gd name="connsiteY5" fmla="*/ 3283200 h 3283200"/>
              <a:gd name="connsiteX6" fmla="*/ 0 w 1288800"/>
              <a:gd name="connsiteY6" fmla="*/ 2862614 h 3283200"/>
              <a:gd name="connsiteX7" fmla="*/ 0 w 1288800"/>
              <a:gd name="connsiteY7" fmla="*/ 420588 h 3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800" h="3283200">
                <a:moveTo>
                  <a:pt x="1288800" y="0"/>
                </a:moveTo>
                <a:lnTo>
                  <a:pt x="1288800" y="3283200"/>
                </a:lnTo>
                <a:lnTo>
                  <a:pt x="679913" y="2862614"/>
                </a:lnTo>
                <a:lnTo>
                  <a:pt x="679913" y="420588"/>
                </a:lnTo>
                <a:close/>
                <a:moveTo>
                  <a:pt x="608888" y="0"/>
                </a:moveTo>
                <a:lnTo>
                  <a:pt x="608888" y="3283200"/>
                </a:lnTo>
                <a:lnTo>
                  <a:pt x="0" y="2862614"/>
                </a:lnTo>
                <a:lnTo>
                  <a:pt x="0" y="42058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4" name="Date Placeholder 63">
            <a:extLst>
              <a:ext uri="{FF2B5EF4-FFF2-40B4-BE49-F238E27FC236}">
                <a16:creationId xmlns:a16="http://schemas.microsoft.com/office/drawing/2014/main" id="{F014DD11-2B27-F8D6-DEFE-C1403A9A5B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5" name="Footer Placeholder 64">
            <a:extLst>
              <a:ext uri="{FF2B5EF4-FFF2-40B4-BE49-F238E27FC236}">
                <a16:creationId xmlns:a16="http://schemas.microsoft.com/office/drawing/2014/main" id="{488391DB-10E0-47B1-01B7-AE92CDCA13C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B9F156C1-7703-1CFD-3B04-34BE83A08F2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137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3" pos="1791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3D22629-AACC-C893-6943-13D0F102FD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84887" y="430213"/>
            <a:ext cx="2628000" cy="2412000"/>
          </a:xfrm>
        </p:spPr>
        <p:txBody>
          <a:bodyPr/>
          <a:lstStyle/>
          <a:p>
            <a:r>
              <a:rPr lang="en-US" dirty="0"/>
              <a:t>Click to add speaker photo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C327A-2719-4897-2E0E-132CA0C33E2D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84887" y="3090440"/>
            <a:ext cx="2628000" cy="1425997"/>
          </a:xfrm>
        </p:spPr>
        <p:txBody>
          <a:bodyPr/>
          <a:lstStyle>
            <a:lvl1pPr marL="0" indent="0">
              <a:buNone/>
              <a:defRPr sz="1600"/>
            </a:lvl1pPr>
            <a:lvl2pPr marL="0" indent="0">
              <a:buNone/>
              <a:defRPr sz="1400" b="1"/>
            </a:lvl2pPr>
            <a:lvl3pPr marL="0" indent="0">
              <a:spcAft>
                <a:spcPts val="1200"/>
              </a:spcAft>
              <a:buNone/>
              <a:defRPr sz="1400"/>
            </a:lvl3pPr>
            <a:lvl4pPr marL="0" indent="0">
              <a:buNone/>
              <a:defRPr sz="11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FF65693-F1FD-4BAE-0382-AD4943C7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5454650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1D11CE8-9FF0-8FB3-3EA4-F2FD11B4C05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800" y="1239837"/>
            <a:ext cx="5454650" cy="3276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736CA55-88EC-8ED2-B2A1-C02176A6F5E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B72FD2F-D520-3B33-E031-262D1C6952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92194F8-4608-CA2B-F7A6-FAE21308D5E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004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94955A-6C35-0A99-3112-4B2335D735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49613" y="430213"/>
            <a:ext cx="2628000" cy="2412000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3D22629-AACC-C893-6943-13D0F102FD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84887" y="430213"/>
            <a:ext cx="2628000" cy="2412000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7518CB2-BCC0-67CE-C411-8E5B94AD77A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249613" y="3090441"/>
            <a:ext cx="2628000" cy="1389484"/>
          </a:xfrm>
        </p:spPr>
        <p:txBody>
          <a:bodyPr/>
          <a:lstStyle>
            <a:lvl1pPr marL="0" indent="0">
              <a:buNone/>
              <a:defRPr sz="1600"/>
            </a:lvl1pPr>
            <a:lvl2pPr marL="0" indent="0">
              <a:buNone/>
              <a:defRPr sz="1400" b="1"/>
            </a:lvl2pPr>
            <a:lvl3pPr marL="0" indent="0">
              <a:spcAft>
                <a:spcPts val="1200"/>
              </a:spcAft>
              <a:buNone/>
              <a:defRPr sz="1400"/>
            </a:lvl3pPr>
            <a:lvl4pPr marL="0" indent="0">
              <a:buNone/>
              <a:defRPr sz="11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19B357C-3E5E-AC89-0543-249DE97A476D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84887" y="3090441"/>
            <a:ext cx="2628000" cy="1389484"/>
          </a:xfrm>
        </p:spPr>
        <p:txBody>
          <a:bodyPr/>
          <a:lstStyle>
            <a:lvl1pPr marL="0" indent="0">
              <a:buNone/>
              <a:defRPr sz="1600"/>
            </a:lvl1pPr>
            <a:lvl2pPr marL="0" indent="0">
              <a:buNone/>
              <a:defRPr sz="1400" b="1"/>
            </a:lvl2pPr>
            <a:lvl3pPr marL="0" indent="0">
              <a:spcAft>
                <a:spcPts val="1200"/>
              </a:spcAft>
              <a:buNone/>
              <a:defRPr sz="1400"/>
            </a:lvl3pPr>
            <a:lvl4pPr marL="0" indent="0">
              <a:buNone/>
              <a:defRPr sz="11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F38859-D1C1-4D86-C9FE-6CBBF5FE2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8C83DB3-DFEC-7527-9A0E-57629B10AB0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808ACBE-00C7-A2CE-D429-1D7F0FE8845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6AC1E29-1D0A-50AE-1153-91C38BD0D56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82EB3F2-FC23-6612-0C05-7AB4771415A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8053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less than 4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3D22629-AACC-C893-6943-13D0F102FD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54375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427DA08C-177E-F04B-9C15-E22EE08573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69896" y="1610744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D3CEEB-B614-A1A5-E4A5-8885178F22E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5417" y="1610744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45019459-9679-8F48-4E11-4A53DEFBCCC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00937" y="1610744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99B1EB15-2AA1-BE6A-7606-2A7D7BF583C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254375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7E7E1F67-D5C5-475D-37A8-F97AEBEE3A46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669896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98E11567-E32A-37C4-605A-FF3FCECC8BF4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8541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2FDB62B-15C5-9CCB-B3CB-6247CEE74FA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50093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5F49F8C-FE74-7B8A-BC5B-3C4549BA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F1AE56F-FC2F-8B1A-D55F-425120F131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54375" y="1239838"/>
            <a:ext cx="5457825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9FBC734-062E-6F41-5510-2CB5A0DB84E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049F9C5E-D7AA-0F02-070D-96D053FF4F8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0CCDC90-CA2A-C50E-AEE0-5C354AEF7C2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76E706A-0FF9-DA8F-0C2D-C96D54DF6E9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2496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more than 4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AFCC1184-3DE3-8F04-8CF9-D417F31A39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54375" y="1239838"/>
            <a:ext cx="5457825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D31B236C-C114-3190-6B06-C940190626E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254375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CCBB9E89-9D54-5D73-94A9-4B95AE1C1FE0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669896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95B97352-951E-E924-1917-DAEE22D9ACB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85417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917C1FE-213A-643B-4405-AC952A023E6A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500937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90A86B70-8AC4-FCB6-685C-7DD07A274E8F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3254175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7D7C14DD-407D-07C6-497A-DC3E1DB28826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69696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E5137970-C136-1740-8D23-BDE74EAEC6AD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85217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3515153-C382-A4AA-2B1A-9E667578CF2B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7500737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B3E7B-8BAA-177B-DE7F-D25E4308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1999"/>
            <a:ext cx="8280000" cy="6268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A7327519-CC28-0210-A08B-69220EBD604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782F27-CD1B-085F-D3C8-3BD958B4537D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DB4F78-E25E-96F8-CD0D-3226BF34198A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CB2D31-FFE8-1331-2AF3-7022EB9F7FB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4187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less than 6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C237CC5-3A8A-4ADC-E68E-CABE38517D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239838"/>
            <a:ext cx="8280400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7761E2B-E846-942D-7A91-E535F6D7B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1F2D5110-43C7-E266-3CA5-AEC4AEA2FE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59454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6E2678D7-41D4-486F-FF4F-78C04CE57A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73281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1C6721DE-C642-F39D-0463-7360E045FD9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7108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99CF8B11-C1E7-E774-563D-8C710DF2ED7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00937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79FF5601-5F17-187C-AB46-ADB8C72EBDA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259454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EEC3B744-4E6C-AAAF-E440-2A014CCFD8B7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673281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B95A5C80-DAB6-A2F5-C295-AB80426D43DA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87108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E5FE90F1-EC32-69FD-AEF2-0710A6254081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50093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B4F18A0E-A745-69E0-6757-DAC2DE59D81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1798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5400D85E-B618-DE2D-2EAD-6DAC6CCDF146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431800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51BBF7E9-AAFF-17E0-B415-1D4E897FB72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845627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D2365336-BFD6-03F6-AF22-F302361D167F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184562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B43F45F1-73AE-354B-5227-885DC9D3A5B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715EA20-185E-1BEE-C190-1D349718ED0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FED1F77B-4203-47EB-654C-2693FA1183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137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more than 8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B59006-3BBD-281F-78D1-D9352B75BFA0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8625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06FD665-8996-D763-D378-1F8C1C1F04AF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1843087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A6DA1A1-C8F3-25DB-1B58-CF796E169931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257549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566D6F6-0E3F-EE0A-BBC1-1589B98FF89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672011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2137304-3F5A-F067-1B98-F70E467B0F88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428625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54D785B4-1E7D-81DC-5654-49C69F189311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1843087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23AC1B5-5F47-BB1D-E8EA-585C0B1647D2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3257549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8E68E8D-F5B9-B58B-5831-66EA641AB681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4672011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BB07D1A-E13C-6B4F-6A33-9C40B1B00093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6086473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7EBAAB38-F3A7-5DE4-A3F0-6EE99A87E487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7500935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FAC1B36-70E1-2D2A-75AF-324C1B10CA52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6086473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B4B5F10B-4FDD-5D57-0116-DF3B28C404EA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7500935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FAC179E-C178-B33A-1969-ECA62CBC25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1800" y="1239838"/>
            <a:ext cx="8280400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7B589FB-7C6D-AF47-10F1-0447825B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710ACAE-3913-A896-C1B0-664A9135FAE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E78662B-DCB6-D231-01F7-BB4B6AB368A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E344883-160A-DA58-EA75-78B9547ED9E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901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751BA-2840-1E69-BC9D-BD21DB693D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9650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3" pos="1791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Paper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23A3-5C1E-2596-48C6-781B86C3E4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4"/>
            <a:ext cx="8274613" cy="151288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“Quote.”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6EDF-548C-40F3-B63E-35E5B45BF4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2765025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0" indent="0" algn="l">
              <a:buNone/>
              <a:defRPr sz="1400" b="1">
                <a:solidFill>
                  <a:schemeClr val="tx1"/>
                </a:solidFill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Source Name</a:t>
            </a:r>
          </a:p>
          <a:p>
            <a:pPr lvl="1"/>
            <a:r>
              <a:rPr lang="en-GB" dirty="0"/>
              <a:t>Source Position or Title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51D527-B865-B700-5384-C1A786246B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0AE7742-4162-63D9-ECE7-7CCF75CC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699B3F-7C70-586A-CCF2-0647F1E7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0DCC8D-E0DC-4F08-4521-DFDC456D6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53860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39A3A30-A56F-E2FB-79FE-E2C2EACB066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96C22-5793-0FF1-1333-1D67A95A60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D23A3-5C1E-2596-48C6-781B86C3E4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4"/>
            <a:ext cx="8274613" cy="151288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“Quote.”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6EDF-548C-40F3-B63E-35E5B45BF4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2765025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342900" indent="0" algn="l">
              <a:buNone/>
              <a:defRPr lang="en-US" sz="1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Source Name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None/>
            </a:pPr>
            <a:r>
              <a:rPr lang="en-GB" dirty="0"/>
              <a:t>Source Position or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38489-AB97-3060-D572-9FD2AEE090A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CAFB21-56A2-05F0-1EE7-893E0C670C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307451-6A96-E1B9-2A8D-F3A3FE6804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85094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39A3A30-A56F-E2FB-79FE-E2C2EACB066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D23A3-5C1E-2596-48C6-781B86C3E4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4"/>
            <a:ext cx="8274613" cy="151288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“Quote.”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6EDF-548C-40F3-B63E-35E5B45BF4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2765025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 lang="en-US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Source Name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None/>
            </a:pPr>
            <a:r>
              <a:rPr lang="en-GB" dirty="0"/>
              <a:t>Source Position or Title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DAAEF3F-E328-7721-F648-2FF672DBB8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8AFC8-F903-5D48-7CC9-B1A3345EA1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AB6068-8461-AD2E-C05A-1F394DEC22F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2F516F-6919-7D15-55FA-06BA1A0A37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679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slide_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D033DE1-C9D1-F2F6-7B17-0FBA3B29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008FAA6-50EB-3DE9-3A27-95D51F6DF5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8280200" cy="327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801E6-EF51-2725-8318-B6B617B61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81119D-C758-9369-D248-92C5CD96AE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C0D0642-313E-E31B-7543-3515E3105AD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008F28A-3951-0D91-22D0-1974A92728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3132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slide_I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DF316EA-5E27-88B1-60D7-DB80BD58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4ACE7ED-1324-94ED-1F75-92DE73E2D1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8280200" cy="327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A83AFBA-20D8-B042-FBA7-88F1B124E2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68A4B-8D4B-322F-7092-09E53B59E4C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3A794-7A2E-42D3-34CB-1A1ADBCA3E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A04973B-97D4-2A21-42DD-CEEE3D38AC3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3405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slide_Grap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735EDF26-9E77-A64C-DCD3-7A6C5D167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DA1E8C03-B9C6-EE7E-E9B6-C38ABFC2B2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8280200" cy="327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DE0EC10-2EFD-D692-9D76-FA2E4A2CA5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18F13-C921-76DA-17F2-458B4E98EA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3E6E6-3E34-82A3-4567-213BC4E790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3D974-2EC8-C50A-1A6A-905B3FCA36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3875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 Dar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3B5B08-F499-CEEF-6D82-9A22E374BD9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81E1F4-F80E-42A5-9678-2B47BFDCD1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3CF131-71A9-C607-2FD4-B83D3899F3F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964504-AAD4-B1B7-2898-598DB76D907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930FC2-B4D1-2863-011A-6FEB6FA5A82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6215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 ligh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A6EF430-E285-D980-02EE-D5D2E56F485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22DC28B-52DC-A490-EBB7-87ABAA0F16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C82D7-2207-E591-A275-2A1C8DB5E62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276C2-EA74-74D0-58B7-5AED9E348F2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03BAF-78F2-B993-E917-A3ECA433AFC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709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6B2645-26E6-4975-9387-703AA4AF49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4787900 w 9144000"/>
              <a:gd name="connsiteY1" fmla="*/ 0 h 5143500"/>
              <a:gd name="connsiteX2" fmla="*/ 9144000 w 9144000"/>
              <a:gd name="connsiteY2" fmla="*/ 0 h 5143500"/>
              <a:gd name="connsiteX3" fmla="*/ 9144000 w 9144000"/>
              <a:gd name="connsiteY3" fmla="*/ 1058863 h 5143500"/>
              <a:gd name="connsiteX4" fmla="*/ 9144000 w 9144000"/>
              <a:gd name="connsiteY4" fmla="*/ 5143500 h 5143500"/>
              <a:gd name="connsiteX5" fmla="*/ 4787900 w 9144000"/>
              <a:gd name="connsiteY5" fmla="*/ 5143500 h 5143500"/>
              <a:gd name="connsiteX6" fmla="*/ 4787900 w 9144000"/>
              <a:gd name="connsiteY6" fmla="*/ 1058863 h 5143500"/>
              <a:gd name="connsiteX7" fmla="*/ 0 w 9144000"/>
              <a:gd name="connsiteY7" fmla="*/ 1058863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4787900" y="0"/>
                </a:lnTo>
                <a:lnTo>
                  <a:pt x="9144000" y="0"/>
                </a:lnTo>
                <a:lnTo>
                  <a:pt x="9144000" y="1058863"/>
                </a:lnTo>
                <a:lnTo>
                  <a:pt x="9144000" y="5143500"/>
                </a:lnTo>
                <a:lnTo>
                  <a:pt x="4787900" y="5143500"/>
                </a:lnTo>
                <a:lnTo>
                  <a:pt x="4787900" y="1058863"/>
                </a:lnTo>
                <a:lnTo>
                  <a:pt x="0" y="105886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E01F2-DA9B-19B2-BFCA-FE60AA769A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6889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56A454-D930-61C7-4877-0516E4AEC01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70EFC67-4553-68C8-6E64-7DA0FE2BA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961C34-CBF8-2B28-0ACE-DFE97930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7259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74075C-D830-71D2-F4A7-2FA2FA85E00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97DC80-571E-6EBB-769B-52D224B0EF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45AF78F-7630-01D4-06C5-777E2253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0769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1D83A4-E367-5E18-1F9C-8CBC8E6299A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D140CF4-719D-C36B-C74F-E5084AB288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9EACF3-1663-106A-5A3B-9FC283B4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7312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56A454-D930-61C7-4877-0516E4AEC01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70EFC67-4553-68C8-6E64-7DA0FE2BA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961C34-CBF8-2B28-0ACE-DFE97930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4720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1800" y="1239838"/>
            <a:ext cx="5454650" cy="1152525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3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closing statement over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833" y="2784105"/>
            <a:ext cx="4087814" cy="8807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ln>
                  <a:noFill/>
                </a:ln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 style 20pt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197868-037A-41F2-B094-C3240916F3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042" y="4479725"/>
            <a:ext cx="1475916" cy="432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A4C76E1-0FF6-1E1D-2FD6-119F1A510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58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4">
          <p15:clr>
            <a:srgbClr val="FBAE40"/>
          </p15:clr>
        </p15:guide>
        <p15:guide id="3" orient="horz" pos="554" userDrawn="1">
          <p15:clr>
            <a:srgbClr val="FBAE40"/>
          </p15:clr>
        </p15:guide>
        <p15:guide id="4" orient="horz" pos="2527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768" y="1239838"/>
            <a:ext cx="6864350" cy="640929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3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thank you message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1800" y="2176463"/>
            <a:ext cx="5459317" cy="14884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ln>
                  <a:noFill/>
                </a:ln>
                <a:solidFill>
                  <a:schemeClr val="tx2"/>
                </a:solidFill>
              </a:defRPr>
            </a:lvl1pPr>
            <a:lvl2pPr marL="4763" indent="0" algn="l">
              <a:buNone/>
              <a:tabLst/>
              <a:defRPr sz="1500" b="1"/>
            </a:lvl2pPr>
            <a:lvl3pPr marL="4763" indent="0" algn="l">
              <a:buNone/>
              <a:tabLst/>
              <a:defRPr sz="1350"/>
            </a:lvl3pPr>
            <a:lvl4pPr marL="4763" indent="0" algn="l">
              <a:buNone/>
              <a:tabLst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add contact details</a:t>
            </a:r>
          </a:p>
          <a:p>
            <a:pPr lvl="1"/>
            <a:r>
              <a:rPr lang="en-US" dirty="0"/>
              <a:t>Speaker Name</a:t>
            </a:r>
          </a:p>
          <a:p>
            <a:pPr lvl="2"/>
            <a:r>
              <a:rPr lang="en-US" dirty="0"/>
              <a:t>Speaker company or title</a:t>
            </a:r>
          </a:p>
          <a:p>
            <a:pPr lvl="3"/>
            <a:r>
              <a:rPr lang="en-US" dirty="0" err="1"/>
              <a:t>email.address@elsevier.com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197868-037A-41F2-B094-C3240916F3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042" y="4479725"/>
            <a:ext cx="1475916" cy="432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A4C76E1-0FF6-1E1D-2FD6-119F1A510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46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4">
          <p15:clr>
            <a:srgbClr val="FBAE40"/>
          </p15:clr>
        </p15:guide>
        <p15:guide id="3" orient="horz" pos="554" userDrawn="1">
          <p15:clr>
            <a:srgbClr val="FBAE40"/>
          </p15:clr>
        </p15:guide>
        <p15:guide id="4" orient="horz" pos="2527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37E6039-7E13-B125-EB47-6E458B2FB54C}"/>
              </a:ext>
            </a:extLst>
          </p:cNvPr>
          <p:cNvGrpSpPr/>
          <p:nvPr userDrawn="1"/>
        </p:nvGrpSpPr>
        <p:grpSpPr>
          <a:xfrm>
            <a:off x="2316000" y="1560254"/>
            <a:ext cx="4512000" cy="2043103"/>
            <a:chOff x="2316000" y="1560254"/>
            <a:chExt cx="4512000" cy="2043103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CE3772F-119E-1AED-DD2E-3558C5F66C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18884" y="1560254"/>
              <a:ext cx="1106232" cy="122518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9E5F8FD1-219D-6D05-EBE5-6A4C6DAA86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16000" y="3315357"/>
              <a:ext cx="4512000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9708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4">
          <p15:clr>
            <a:srgbClr val="FBAE40"/>
          </p15:clr>
        </p15:guide>
        <p15:guide id="3" orient="horz" pos="554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33D8557-708A-63F8-E3F0-46300F55EE9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81746" y="411163"/>
            <a:ext cx="3230454" cy="3889376"/>
          </a:xfrm>
          <a:custGeom>
            <a:avLst/>
            <a:gdLst>
              <a:gd name="connsiteX0" fmla="*/ 1287193 w 3289788"/>
              <a:gd name="connsiteY0" fmla="*/ 0 h 3960812"/>
              <a:gd name="connsiteX1" fmla="*/ 3289788 w 3289788"/>
              <a:gd name="connsiteY1" fmla="*/ 0 h 3960812"/>
              <a:gd name="connsiteX2" fmla="*/ 3289788 w 3289788"/>
              <a:gd name="connsiteY2" fmla="*/ 2670127 h 3960812"/>
              <a:gd name="connsiteX3" fmla="*/ 3032351 w 3289788"/>
              <a:gd name="connsiteY3" fmla="*/ 2670127 h 3960812"/>
              <a:gd name="connsiteX4" fmla="*/ 3032351 w 3289788"/>
              <a:gd name="connsiteY4" fmla="*/ 2928264 h 3960812"/>
              <a:gd name="connsiteX5" fmla="*/ 2774912 w 3289788"/>
              <a:gd name="connsiteY5" fmla="*/ 2928264 h 3960812"/>
              <a:gd name="connsiteX6" fmla="*/ 2774912 w 3289788"/>
              <a:gd name="connsiteY6" fmla="*/ 3186401 h 3960812"/>
              <a:gd name="connsiteX7" fmla="*/ 2517473 w 3289788"/>
              <a:gd name="connsiteY7" fmla="*/ 3186401 h 3960812"/>
              <a:gd name="connsiteX8" fmla="*/ 2517473 w 3289788"/>
              <a:gd name="connsiteY8" fmla="*/ 3444538 h 3960812"/>
              <a:gd name="connsiteX9" fmla="*/ 2260034 w 3289788"/>
              <a:gd name="connsiteY9" fmla="*/ 3444538 h 3960812"/>
              <a:gd name="connsiteX10" fmla="*/ 2260034 w 3289788"/>
              <a:gd name="connsiteY10" fmla="*/ 3702675 h 3960812"/>
              <a:gd name="connsiteX11" fmla="*/ 2002595 w 3289788"/>
              <a:gd name="connsiteY11" fmla="*/ 3702675 h 3960812"/>
              <a:gd name="connsiteX12" fmla="*/ 2002595 w 3289788"/>
              <a:gd name="connsiteY12" fmla="*/ 3960812 h 3960812"/>
              <a:gd name="connsiteX13" fmla="*/ 0 w 3289788"/>
              <a:gd name="connsiteY13" fmla="*/ 3960812 h 3960812"/>
              <a:gd name="connsiteX14" fmla="*/ 0 w 3289788"/>
              <a:gd name="connsiteY14" fmla="*/ 1290685 h 3960812"/>
              <a:gd name="connsiteX15" fmla="*/ 257439 w 3289788"/>
              <a:gd name="connsiteY15" fmla="*/ 1290685 h 3960812"/>
              <a:gd name="connsiteX16" fmla="*/ 257439 w 3289788"/>
              <a:gd name="connsiteY16" fmla="*/ 1032548 h 3960812"/>
              <a:gd name="connsiteX17" fmla="*/ 514878 w 3289788"/>
              <a:gd name="connsiteY17" fmla="*/ 1032548 h 3960812"/>
              <a:gd name="connsiteX18" fmla="*/ 514878 w 3289788"/>
              <a:gd name="connsiteY18" fmla="*/ 774411 h 3960812"/>
              <a:gd name="connsiteX19" fmla="*/ 772317 w 3289788"/>
              <a:gd name="connsiteY19" fmla="*/ 774411 h 3960812"/>
              <a:gd name="connsiteX20" fmla="*/ 772317 w 3289788"/>
              <a:gd name="connsiteY20" fmla="*/ 516274 h 3960812"/>
              <a:gd name="connsiteX21" fmla="*/ 1029756 w 3289788"/>
              <a:gd name="connsiteY21" fmla="*/ 516274 h 3960812"/>
              <a:gd name="connsiteX22" fmla="*/ 1029756 w 3289788"/>
              <a:gd name="connsiteY22" fmla="*/ 258137 h 3960812"/>
              <a:gd name="connsiteX23" fmla="*/ 1287193 w 3289788"/>
              <a:gd name="connsiteY23" fmla="*/ 258137 h 3960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289788" h="3960812">
                <a:moveTo>
                  <a:pt x="1287193" y="0"/>
                </a:moveTo>
                <a:lnTo>
                  <a:pt x="3289788" y="0"/>
                </a:lnTo>
                <a:lnTo>
                  <a:pt x="3289788" y="2670127"/>
                </a:lnTo>
                <a:lnTo>
                  <a:pt x="3032351" y="2670127"/>
                </a:lnTo>
                <a:lnTo>
                  <a:pt x="3032351" y="2928264"/>
                </a:lnTo>
                <a:lnTo>
                  <a:pt x="2774912" y="2928264"/>
                </a:lnTo>
                <a:lnTo>
                  <a:pt x="2774912" y="3186401"/>
                </a:lnTo>
                <a:lnTo>
                  <a:pt x="2517473" y="3186401"/>
                </a:lnTo>
                <a:lnTo>
                  <a:pt x="2517473" y="3444538"/>
                </a:lnTo>
                <a:lnTo>
                  <a:pt x="2260034" y="3444538"/>
                </a:lnTo>
                <a:lnTo>
                  <a:pt x="2260034" y="3702675"/>
                </a:lnTo>
                <a:lnTo>
                  <a:pt x="2002595" y="3702675"/>
                </a:lnTo>
                <a:lnTo>
                  <a:pt x="2002595" y="3960812"/>
                </a:lnTo>
                <a:lnTo>
                  <a:pt x="0" y="3960812"/>
                </a:lnTo>
                <a:lnTo>
                  <a:pt x="0" y="1290685"/>
                </a:lnTo>
                <a:lnTo>
                  <a:pt x="257439" y="1290685"/>
                </a:lnTo>
                <a:lnTo>
                  <a:pt x="257439" y="1032548"/>
                </a:lnTo>
                <a:lnTo>
                  <a:pt x="514878" y="1032548"/>
                </a:lnTo>
                <a:lnTo>
                  <a:pt x="514878" y="774411"/>
                </a:lnTo>
                <a:lnTo>
                  <a:pt x="772317" y="774411"/>
                </a:lnTo>
                <a:lnTo>
                  <a:pt x="772317" y="516274"/>
                </a:lnTo>
                <a:lnTo>
                  <a:pt x="1029756" y="516274"/>
                </a:lnTo>
                <a:lnTo>
                  <a:pt x="1029756" y="258137"/>
                </a:lnTo>
                <a:lnTo>
                  <a:pt x="1287193" y="258137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 dirty="0"/>
              <a:t>Insert picture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4045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4045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58931E8-9625-77F8-7BBF-076FE66C8C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93B3C21-86CD-B988-0AF3-A886EA2972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72D53B-C574-E89A-8FE6-729409DCBD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10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48">
            <a:extLst>
              <a:ext uri="{FF2B5EF4-FFF2-40B4-BE49-F238E27FC236}">
                <a16:creationId xmlns:a16="http://schemas.microsoft.com/office/drawing/2014/main" id="{A7551421-354E-1441-AEFF-FA5F95FCD9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35426" y="626385"/>
            <a:ext cx="3770985" cy="3709078"/>
          </a:xfrm>
          <a:custGeom>
            <a:avLst/>
            <a:gdLst>
              <a:gd name="connsiteX0" fmla="*/ 446456 w 3478814"/>
              <a:gd name="connsiteY0" fmla="*/ 2633052 h 3421704"/>
              <a:gd name="connsiteX1" fmla="*/ 3033202 w 3478814"/>
              <a:gd name="connsiteY1" fmla="*/ 2633052 h 3421704"/>
              <a:gd name="connsiteX2" fmla="*/ 3478814 w 3478814"/>
              <a:gd name="connsiteY2" fmla="*/ 3421704 h 3421704"/>
              <a:gd name="connsiteX3" fmla="*/ 0 w 3478814"/>
              <a:gd name="connsiteY3" fmla="*/ 3421704 h 3421704"/>
              <a:gd name="connsiteX4" fmla="*/ 446456 w 3478814"/>
              <a:gd name="connsiteY4" fmla="*/ 1755087 h 3421704"/>
              <a:gd name="connsiteX5" fmla="*/ 3033202 w 3478814"/>
              <a:gd name="connsiteY5" fmla="*/ 1755087 h 3421704"/>
              <a:gd name="connsiteX6" fmla="*/ 3478814 w 3478814"/>
              <a:gd name="connsiteY6" fmla="*/ 2543739 h 3421704"/>
              <a:gd name="connsiteX7" fmla="*/ 0 w 3478814"/>
              <a:gd name="connsiteY7" fmla="*/ 2543739 h 3421704"/>
              <a:gd name="connsiteX8" fmla="*/ 446456 w 3478814"/>
              <a:gd name="connsiteY8" fmla="*/ 877965 h 3421704"/>
              <a:gd name="connsiteX9" fmla="*/ 3033202 w 3478814"/>
              <a:gd name="connsiteY9" fmla="*/ 877965 h 3421704"/>
              <a:gd name="connsiteX10" fmla="*/ 3478814 w 3478814"/>
              <a:gd name="connsiteY10" fmla="*/ 1666617 h 3421704"/>
              <a:gd name="connsiteX11" fmla="*/ 0 w 3478814"/>
              <a:gd name="connsiteY11" fmla="*/ 1666617 h 3421704"/>
              <a:gd name="connsiteX12" fmla="*/ 446456 w 3478814"/>
              <a:gd name="connsiteY12" fmla="*/ 0 h 3421704"/>
              <a:gd name="connsiteX13" fmla="*/ 3033202 w 3478814"/>
              <a:gd name="connsiteY13" fmla="*/ 0 h 3421704"/>
              <a:gd name="connsiteX14" fmla="*/ 3478814 w 3478814"/>
              <a:gd name="connsiteY14" fmla="*/ 788652 h 3421704"/>
              <a:gd name="connsiteX15" fmla="*/ 0 w 3478814"/>
              <a:gd name="connsiteY15" fmla="*/ 788652 h 342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78814" h="3421704">
                <a:moveTo>
                  <a:pt x="446456" y="2633052"/>
                </a:moveTo>
                <a:lnTo>
                  <a:pt x="3033202" y="2633052"/>
                </a:lnTo>
                <a:lnTo>
                  <a:pt x="3478814" y="3421704"/>
                </a:lnTo>
                <a:lnTo>
                  <a:pt x="0" y="3421704"/>
                </a:lnTo>
                <a:close/>
                <a:moveTo>
                  <a:pt x="446456" y="1755087"/>
                </a:moveTo>
                <a:lnTo>
                  <a:pt x="3033202" y="1755087"/>
                </a:lnTo>
                <a:lnTo>
                  <a:pt x="3478814" y="2543739"/>
                </a:lnTo>
                <a:lnTo>
                  <a:pt x="0" y="2543739"/>
                </a:lnTo>
                <a:close/>
                <a:moveTo>
                  <a:pt x="446456" y="877965"/>
                </a:moveTo>
                <a:lnTo>
                  <a:pt x="3033202" y="877965"/>
                </a:lnTo>
                <a:lnTo>
                  <a:pt x="3478814" y="1666617"/>
                </a:lnTo>
                <a:lnTo>
                  <a:pt x="0" y="1666617"/>
                </a:lnTo>
                <a:close/>
                <a:moveTo>
                  <a:pt x="446456" y="0"/>
                </a:moveTo>
                <a:lnTo>
                  <a:pt x="3033202" y="0"/>
                </a:lnTo>
                <a:lnTo>
                  <a:pt x="3478814" y="788652"/>
                </a:lnTo>
                <a:lnTo>
                  <a:pt x="0" y="788652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ED9150D-1613-F146-E32A-0CB05393DF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24D58B84-CEAB-1A34-BF8B-7C2F6B9422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6D19BA6-3A3C-4F03-2112-2C5A55B6FD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833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518" userDrawn="1">
          <p15:clr>
            <a:srgbClr val="547EBF"/>
          </p15:clr>
        </p15:guide>
        <p15:guide id="6" orient="horz" pos="2822" userDrawn="1">
          <p15:clr>
            <a:srgbClr val="F26B43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94ACFC5-D53C-B324-758C-416E26F66A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1ACB4E5-68F1-F4BB-0675-270CFE42E6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13A130C-2626-D7D8-444B-9384DEB66A6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9200" y="428624"/>
            <a:ext cx="3676950" cy="3929296"/>
          </a:xfrm>
          <a:custGeom>
            <a:avLst/>
            <a:gdLst>
              <a:gd name="connsiteX0" fmla="*/ 2149626 w 2778316"/>
              <a:gd name="connsiteY0" fmla="*/ 0 h 2968989"/>
              <a:gd name="connsiteX1" fmla="*/ 2778316 w 2778316"/>
              <a:gd name="connsiteY1" fmla="*/ 380335 h 2968989"/>
              <a:gd name="connsiteX2" fmla="*/ 2778316 w 2778316"/>
              <a:gd name="connsiteY2" fmla="*/ 2588653 h 2968989"/>
              <a:gd name="connsiteX3" fmla="*/ 2149626 w 2778316"/>
              <a:gd name="connsiteY3" fmla="*/ 2968989 h 2968989"/>
              <a:gd name="connsiteX4" fmla="*/ 0 w 2778316"/>
              <a:gd name="connsiteY4" fmla="*/ 0 h 2968989"/>
              <a:gd name="connsiteX5" fmla="*/ 628669 w 2778316"/>
              <a:gd name="connsiteY5" fmla="*/ 380335 h 2968989"/>
              <a:gd name="connsiteX6" fmla="*/ 628669 w 2778316"/>
              <a:gd name="connsiteY6" fmla="*/ 2588653 h 2968989"/>
              <a:gd name="connsiteX7" fmla="*/ 0 w 2778316"/>
              <a:gd name="connsiteY7" fmla="*/ 2968989 h 2968989"/>
              <a:gd name="connsiteX8" fmla="*/ 1426322 w 2778316"/>
              <a:gd name="connsiteY8" fmla="*/ 0 h 2968989"/>
              <a:gd name="connsiteX9" fmla="*/ 2075280 w 2778316"/>
              <a:gd name="connsiteY9" fmla="*/ 380335 h 2968989"/>
              <a:gd name="connsiteX10" fmla="*/ 2075280 w 2778316"/>
              <a:gd name="connsiteY10" fmla="*/ 2588653 h 2968989"/>
              <a:gd name="connsiteX11" fmla="*/ 1426322 w 2778316"/>
              <a:gd name="connsiteY11" fmla="*/ 2968989 h 2968989"/>
              <a:gd name="connsiteX12" fmla="*/ 703016 w 2778316"/>
              <a:gd name="connsiteY12" fmla="*/ 0 h 2968989"/>
              <a:gd name="connsiteX13" fmla="*/ 1351975 w 2778316"/>
              <a:gd name="connsiteY13" fmla="*/ 380335 h 2968989"/>
              <a:gd name="connsiteX14" fmla="*/ 1351975 w 2778316"/>
              <a:gd name="connsiteY14" fmla="*/ 2588653 h 2968989"/>
              <a:gd name="connsiteX15" fmla="*/ 703016 w 2778316"/>
              <a:gd name="connsiteY15" fmla="*/ 2968989 h 2968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78316" h="2968989">
                <a:moveTo>
                  <a:pt x="2149626" y="0"/>
                </a:moveTo>
                <a:lnTo>
                  <a:pt x="2778316" y="380335"/>
                </a:lnTo>
                <a:lnTo>
                  <a:pt x="2778316" y="2588653"/>
                </a:lnTo>
                <a:lnTo>
                  <a:pt x="2149626" y="2968989"/>
                </a:lnTo>
                <a:close/>
                <a:moveTo>
                  <a:pt x="0" y="0"/>
                </a:moveTo>
                <a:lnTo>
                  <a:pt x="628669" y="380335"/>
                </a:lnTo>
                <a:lnTo>
                  <a:pt x="628669" y="2588653"/>
                </a:lnTo>
                <a:lnTo>
                  <a:pt x="0" y="2968989"/>
                </a:lnTo>
                <a:close/>
                <a:moveTo>
                  <a:pt x="1426322" y="0"/>
                </a:moveTo>
                <a:lnTo>
                  <a:pt x="2075280" y="380335"/>
                </a:lnTo>
                <a:lnTo>
                  <a:pt x="2075280" y="2588653"/>
                </a:lnTo>
                <a:lnTo>
                  <a:pt x="1426322" y="2968989"/>
                </a:lnTo>
                <a:close/>
                <a:moveTo>
                  <a:pt x="703016" y="0"/>
                </a:moveTo>
                <a:lnTo>
                  <a:pt x="1351975" y="380335"/>
                </a:lnTo>
                <a:lnTo>
                  <a:pt x="1351975" y="2588653"/>
                </a:lnTo>
                <a:lnTo>
                  <a:pt x="703016" y="2968989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A05693C-2315-A8DA-794A-1ABF2302F2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069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704107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704107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C023564-A8C0-59B7-53F7-E6D3FBAED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84DA8362-D30F-485D-0F81-8D4790ABA45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00442" y="428625"/>
            <a:ext cx="190570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446405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0" fmla="*/ 4457616 w 4457616"/>
              <a:gd name="connsiteY0" fmla="*/ 3569 h 4464050"/>
              <a:gd name="connsiteX1" fmla="*/ 4457616 w 4457616"/>
              <a:gd name="connsiteY1" fmla="*/ 4460478 h 4464050"/>
              <a:gd name="connsiteX2" fmla="*/ 3658004 w 4457616"/>
              <a:gd name="connsiteY2" fmla="*/ 3893419 h 4464050"/>
              <a:gd name="connsiteX3" fmla="*/ 3658004 w 4457616"/>
              <a:gd name="connsiteY3" fmla="*/ 570628 h 4464050"/>
              <a:gd name="connsiteX4" fmla="*/ 4457616 w 4457616"/>
              <a:gd name="connsiteY4" fmla="*/ 3569 h 4464050"/>
              <a:gd name="connsiteX5" fmla="*/ 3539413 w 4457616"/>
              <a:gd name="connsiteY5" fmla="*/ 0 h 4464050"/>
              <a:gd name="connsiteX6" fmla="*/ 3541165 w 4457616"/>
              <a:gd name="connsiteY6" fmla="*/ 0 h 4464050"/>
              <a:gd name="connsiteX7" fmla="*/ 3541165 w 4457616"/>
              <a:gd name="connsiteY7" fmla="*/ 4464050 h 4464050"/>
              <a:gd name="connsiteX8" fmla="*/ 3539416 w 4457616"/>
              <a:gd name="connsiteY8" fmla="*/ 4464050 h 4464050"/>
              <a:gd name="connsiteX9" fmla="*/ 2909638 w 4457616"/>
              <a:gd name="connsiteY9" fmla="*/ 3893419 h 4464050"/>
              <a:gd name="connsiteX10" fmla="*/ 2909638 w 4457616"/>
              <a:gd name="connsiteY10" fmla="*/ 570628 h 4464050"/>
              <a:gd name="connsiteX11" fmla="*/ 3539413 w 4457616"/>
              <a:gd name="connsiteY11" fmla="*/ 0 h 4464050"/>
              <a:gd name="connsiteX12" fmla="*/ 2791206 w 4457616"/>
              <a:gd name="connsiteY12" fmla="*/ 0 h 4464050"/>
              <a:gd name="connsiteX13" fmla="*/ 2792601 w 4457616"/>
              <a:gd name="connsiteY13" fmla="*/ 0 h 4464050"/>
              <a:gd name="connsiteX14" fmla="*/ 2792601 w 4457616"/>
              <a:gd name="connsiteY14" fmla="*/ 4464050 h 4464050"/>
              <a:gd name="connsiteX15" fmla="*/ 2791209 w 4457616"/>
              <a:gd name="connsiteY15" fmla="*/ 4464050 h 4464050"/>
              <a:gd name="connsiteX16" fmla="*/ 2289796 w 4457616"/>
              <a:gd name="connsiteY16" fmla="*/ 3893419 h 4464050"/>
              <a:gd name="connsiteX17" fmla="*/ 2289796 w 4457616"/>
              <a:gd name="connsiteY17" fmla="*/ 570628 h 4464050"/>
              <a:gd name="connsiteX18" fmla="*/ 2791206 w 4457616"/>
              <a:gd name="connsiteY18" fmla="*/ 0 h 4464050"/>
              <a:gd name="connsiteX19" fmla="*/ 1670151 w 4457616"/>
              <a:gd name="connsiteY19" fmla="*/ 0 h 4464050"/>
              <a:gd name="connsiteX20" fmla="*/ 1671547 w 4457616"/>
              <a:gd name="connsiteY20" fmla="*/ 0 h 4464050"/>
              <a:gd name="connsiteX21" fmla="*/ 2172957 w 4457616"/>
              <a:gd name="connsiteY21" fmla="*/ 570628 h 4464050"/>
              <a:gd name="connsiteX22" fmla="*/ 2172957 w 4457616"/>
              <a:gd name="connsiteY22" fmla="*/ 3893320 h 4464050"/>
              <a:gd name="connsiteX23" fmla="*/ 1671456 w 4457616"/>
              <a:gd name="connsiteY23" fmla="*/ 4464050 h 4464050"/>
              <a:gd name="connsiteX24" fmla="*/ 1670151 w 4457616"/>
              <a:gd name="connsiteY24" fmla="*/ 4464050 h 4464050"/>
              <a:gd name="connsiteX25" fmla="*/ 1670151 w 4457616"/>
              <a:gd name="connsiteY25" fmla="*/ 0 h 4464050"/>
              <a:gd name="connsiteX26" fmla="*/ 921588 w 4457616"/>
              <a:gd name="connsiteY26" fmla="*/ 0 h 4464050"/>
              <a:gd name="connsiteX27" fmla="*/ 923341 w 4457616"/>
              <a:gd name="connsiteY27" fmla="*/ 0 h 4464050"/>
              <a:gd name="connsiteX28" fmla="*/ 1553114 w 4457616"/>
              <a:gd name="connsiteY28" fmla="*/ 570628 h 4464050"/>
              <a:gd name="connsiteX29" fmla="*/ 1553114 w 4457616"/>
              <a:gd name="connsiteY29" fmla="*/ 3893320 h 4464050"/>
              <a:gd name="connsiteX30" fmla="*/ 923227 w 4457616"/>
              <a:gd name="connsiteY30" fmla="*/ 4464050 h 4464050"/>
              <a:gd name="connsiteX31" fmla="*/ 921588 w 4457616"/>
              <a:gd name="connsiteY31" fmla="*/ 4464050 h 4464050"/>
              <a:gd name="connsiteX32" fmla="*/ 921588 w 4457616"/>
              <a:gd name="connsiteY32" fmla="*/ 0 h 4464050"/>
              <a:gd name="connsiteX33" fmla="*/ 0 w 4457616"/>
              <a:gd name="connsiteY33" fmla="*/ 4464050 h 4464050"/>
              <a:gd name="connsiteX34" fmla="*/ 5 w 4457616"/>
              <a:gd name="connsiteY34" fmla="*/ 0 h 4464050"/>
              <a:gd name="connsiteX35" fmla="*/ 804649 w 4457616"/>
              <a:gd name="connsiteY35" fmla="*/ 3893419 h 4464050"/>
              <a:gd name="connsiteX36" fmla="*/ 0 w 4457616"/>
              <a:gd name="connsiteY36" fmla="*/ 4464050 h 4464050"/>
              <a:gd name="connsiteX0" fmla="*/ 4457611 w 4457611"/>
              <a:gd name="connsiteY0" fmla="*/ 3569 h 4464050"/>
              <a:gd name="connsiteX1" fmla="*/ 4457611 w 4457611"/>
              <a:gd name="connsiteY1" fmla="*/ 4460478 h 4464050"/>
              <a:gd name="connsiteX2" fmla="*/ 3657999 w 4457611"/>
              <a:gd name="connsiteY2" fmla="*/ 3893419 h 4464050"/>
              <a:gd name="connsiteX3" fmla="*/ 3657999 w 4457611"/>
              <a:gd name="connsiteY3" fmla="*/ 570628 h 4464050"/>
              <a:gd name="connsiteX4" fmla="*/ 4457611 w 4457611"/>
              <a:gd name="connsiteY4" fmla="*/ 3569 h 4464050"/>
              <a:gd name="connsiteX5" fmla="*/ 3539408 w 4457611"/>
              <a:gd name="connsiteY5" fmla="*/ 0 h 4464050"/>
              <a:gd name="connsiteX6" fmla="*/ 3541160 w 4457611"/>
              <a:gd name="connsiteY6" fmla="*/ 0 h 4464050"/>
              <a:gd name="connsiteX7" fmla="*/ 3541160 w 4457611"/>
              <a:gd name="connsiteY7" fmla="*/ 4464050 h 4464050"/>
              <a:gd name="connsiteX8" fmla="*/ 3539411 w 4457611"/>
              <a:gd name="connsiteY8" fmla="*/ 4464050 h 4464050"/>
              <a:gd name="connsiteX9" fmla="*/ 2909633 w 4457611"/>
              <a:gd name="connsiteY9" fmla="*/ 3893419 h 4464050"/>
              <a:gd name="connsiteX10" fmla="*/ 2909633 w 4457611"/>
              <a:gd name="connsiteY10" fmla="*/ 570628 h 4464050"/>
              <a:gd name="connsiteX11" fmla="*/ 3539408 w 4457611"/>
              <a:gd name="connsiteY11" fmla="*/ 0 h 4464050"/>
              <a:gd name="connsiteX12" fmla="*/ 2791201 w 4457611"/>
              <a:gd name="connsiteY12" fmla="*/ 0 h 4464050"/>
              <a:gd name="connsiteX13" fmla="*/ 2792596 w 4457611"/>
              <a:gd name="connsiteY13" fmla="*/ 0 h 4464050"/>
              <a:gd name="connsiteX14" fmla="*/ 2792596 w 4457611"/>
              <a:gd name="connsiteY14" fmla="*/ 4464050 h 4464050"/>
              <a:gd name="connsiteX15" fmla="*/ 2791204 w 4457611"/>
              <a:gd name="connsiteY15" fmla="*/ 4464050 h 4464050"/>
              <a:gd name="connsiteX16" fmla="*/ 2289791 w 4457611"/>
              <a:gd name="connsiteY16" fmla="*/ 3893419 h 4464050"/>
              <a:gd name="connsiteX17" fmla="*/ 2289791 w 4457611"/>
              <a:gd name="connsiteY17" fmla="*/ 570628 h 4464050"/>
              <a:gd name="connsiteX18" fmla="*/ 2791201 w 4457611"/>
              <a:gd name="connsiteY18" fmla="*/ 0 h 4464050"/>
              <a:gd name="connsiteX19" fmla="*/ 1670146 w 4457611"/>
              <a:gd name="connsiteY19" fmla="*/ 0 h 4464050"/>
              <a:gd name="connsiteX20" fmla="*/ 1671542 w 4457611"/>
              <a:gd name="connsiteY20" fmla="*/ 0 h 4464050"/>
              <a:gd name="connsiteX21" fmla="*/ 2172952 w 4457611"/>
              <a:gd name="connsiteY21" fmla="*/ 570628 h 4464050"/>
              <a:gd name="connsiteX22" fmla="*/ 2172952 w 4457611"/>
              <a:gd name="connsiteY22" fmla="*/ 3893320 h 4464050"/>
              <a:gd name="connsiteX23" fmla="*/ 1671451 w 4457611"/>
              <a:gd name="connsiteY23" fmla="*/ 4464050 h 4464050"/>
              <a:gd name="connsiteX24" fmla="*/ 1670146 w 4457611"/>
              <a:gd name="connsiteY24" fmla="*/ 4464050 h 4464050"/>
              <a:gd name="connsiteX25" fmla="*/ 1670146 w 4457611"/>
              <a:gd name="connsiteY25" fmla="*/ 0 h 4464050"/>
              <a:gd name="connsiteX26" fmla="*/ 921583 w 4457611"/>
              <a:gd name="connsiteY26" fmla="*/ 0 h 4464050"/>
              <a:gd name="connsiteX27" fmla="*/ 923336 w 4457611"/>
              <a:gd name="connsiteY27" fmla="*/ 0 h 4464050"/>
              <a:gd name="connsiteX28" fmla="*/ 1553109 w 4457611"/>
              <a:gd name="connsiteY28" fmla="*/ 570628 h 4464050"/>
              <a:gd name="connsiteX29" fmla="*/ 1553109 w 4457611"/>
              <a:gd name="connsiteY29" fmla="*/ 3893320 h 4464050"/>
              <a:gd name="connsiteX30" fmla="*/ 923222 w 4457611"/>
              <a:gd name="connsiteY30" fmla="*/ 4464050 h 4464050"/>
              <a:gd name="connsiteX31" fmla="*/ 921583 w 4457611"/>
              <a:gd name="connsiteY31" fmla="*/ 4464050 h 4464050"/>
              <a:gd name="connsiteX32" fmla="*/ 921583 w 4457611"/>
              <a:gd name="connsiteY32" fmla="*/ 0 h 4464050"/>
              <a:gd name="connsiteX33" fmla="*/ 804644 w 4457611"/>
              <a:gd name="connsiteY33" fmla="*/ 3893419 h 4464050"/>
              <a:gd name="connsiteX34" fmla="*/ 0 w 4457611"/>
              <a:gd name="connsiteY34" fmla="*/ 0 h 4464050"/>
              <a:gd name="connsiteX35" fmla="*/ 804644 w 4457611"/>
              <a:gd name="connsiteY35" fmla="*/ 3893419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32" fmla="*/ 0 w 3536028"/>
              <a:gd name="connsiteY32" fmla="*/ 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3893320 h 4464050"/>
              <a:gd name="connsiteX29" fmla="*/ 1639 w 3536028"/>
              <a:gd name="connsiteY29" fmla="*/ 4464050 h 4464050"/>
              <a:gd name="connsiteX30" fmla="*/ 0 w 3536028"/>
              <a:gd name="connsiteY30" fmla="*/ 4464050 h 4464050"/>
              <a:gd name="connsiteX0" fmla="*/ 3563155 w 3563155"/>
              <a:gd name="connsiteY0" fmla="*/ 3569 h 4464050"/>
              <a:gd name="connsiteX1" fmla="*/ 3563155 w 3563155"/>
              <a:gd name="connsiteY1" fmla="*/ 4460478 h 4464050"/>
              <a:gd name="connsiteX2" fmla="*/ 2763543 w 3563155"/>
              <a:gd name="connsiteY2" fmla="*/ 3893419 h 4464050"/>
              <a:gd name="connsiteX3" fmla="*/ 2763543 w 3563155"/>
              <a:gd name="connsiteY3" fmla="*/ 570628 h 4464050"/>
              <a:gd name="connsiteX4" fmla="*/ 3563155 w 3563155"/>
              <a:gd name="connsiteY4" fmla="*/ 3569 h 4464050"/>
              <a:gd name="connsiteX5" fmla="*/ 2644952 w 3563155"/>
              <a:gd name="connsiteY5" fmla="*/ 0 h 4464050"/>
              <a:gd name="connsiteX6" fmla="*/ 2646704 w 3563155"/>
              <a:gd name="connsiteY6" fmla="*/ 0 h 4464050"/>
              <a:gd name="connsiteX7" fmla="*/ 2646704 w 3563155"/>
              <a:gd name="connsiteY7" fmla="*/ 4464050 h 4464050"/>
              <a:gd name="connsiteX8" fmla="*/ 2644955 w 3563155"/>
              <a:gd name="connsiteY8" fmla="*/ 4464050 h 4464050"/>
              <a:gd name="connsiteX9" fmla="*/ 2015177 w 3563155"/>
              <a:gd name="connsiteY9" fmla="*/ 3893419 h 4464050"/>
              <a:gd name="connsiteX10" fmla="*/ 2015177 w 3563155"/>
              <a:gd name="connsiteY10" fmla="*/ 570628 h 4464050"/>
              <a:gd name="connsiteX11" fmla="*/ 2644952 w 3563155"/>
              <a:gd name="connsiteY11" fmla="*/ 0 h 4464050"/>
              <a:gd name="connsiteX12" fmla="*/ 1896745 w 3563155"/>
              <a:gd name="connsiteY12" fmla="*/ 0 h 4464050"/>
              <a:gd name="connsiteX13" fmla="*/ 1898140 w 3563155"/>
              <a:gd name="connsiteY13" fmla="*/ 0 h 4464050"/>
              <a:gd name="connsiteX14" fmla="*/ 1898140 w 3563155"/>
              <a:gd name="connsiteY14" fmla="*/ 4464050 h 4464050"/>
              <a:gd name="connsiteX15" fmla="*/ 1896748 w 3563155"/>
              <a:gd name="connsiteY15" fmla="*/ 4464050 h 4464050"/>
              <a:gd name="connsiteX16" fmla="*/ 1395335 w 3563155"/>
              <a:gd name="connsiteY16" fmla="*/ 3893419 h 4464050"/>
              <a:gd name="connsiteX17" fmla="*/ 1395335 w 3563155"/>
              <a:gd name="connsiteY17" fmla="*/ 570628 h 4464050"/>
              <a:gd name="connsiteX18" fmla="*/ 1896745 w 3563155"/>
              <a:gd name="connsiteY18" fmla="*/ 0 h 4464050"/>
              <a:gd name="connsiteX19" fmla="*/ 775690 w 3563155"/>
              <a:gd name="connsiteY19" fmla="*/ 0 h 4464050"/>
              <a:gd name="connsiteX20" fmla="*/ 777086 w 3563155"/>
              <a:gd name="connsiteY20" fmla="*/ 0 h 4464050"/>
              <a:gd name="connsiteX21" fmla="*/ 1278496 w 3563155"/>
              <a:gd name="connsiteY21" fmla="*/ 570628 h 4464050"/>
              <a:gd name="connsiteX22" fmla="*/ 1278496 w 3563155"/>
              <a:gd name="connsiteY22" fmla="*/ 3893320 h 4464050"/>
              <a:gd name="connsiteX23" fmla="*/ 776995 w 3563155"/>
              <a:gd name="connsiteY23" fmla="*/ 4464050 h 4464050"/>
              <a:gd name="connsiteX24" fmla="*/ 775690 w 3563155"/>
              <a:gd name="connsiteY24" fmla="*/ 4464050 h 4464050"/>
              <a:gd name="connsiteX25" fmla="*/ 775690 w 3563155"/>
              <a:gd name="connsiteY25" fmla="*/ 0 h 4464050"/>
              <a:gd name="connsiteX26" fmla="*/ 27127 w 3563155"/>
              <a:gd name="connsiteY26" fmla="*/ 4464050 h 4464050"/>
              <a:gd name="connsiteX27" fmla="*/ 8 w 3563155"/>
              <a:gd name="connsiteY27" fmla="*/ 28872 h 4464050"/>
              <a:gd name="connsiteX28" fmla="*/ 658653 w 3563155"/>
              <a:gd name="connsiteY28" fmla="*/ 3893320 h 4464050"/>
              <a:gd name="connsiteX29" fmla="*/ 28766 w 3563155"/>
              <a:gd name="connsiteY29" fmla="*/ 4464050 h 4464050"/>
              <a:gd name="connsiteX30" fmla="*/ 27127 w 3563155"/>
              <a:gd name="connsiteY30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631526 w 3536028"/>
              <a:gd name="connsiteY27" fmla="*/ 3893320 h 4464050"/>
              <a:gd name="connsiteX28" fmla="*/ 1639 w 3536028"/>
              <a:gd name="connsiteY28" fmla="*/ 4464050 h 4464050"/>
              <a:gd name="connsiteX29" fmla="*/ 0 w 3536028"/>
              <a:gd name="connsiteY29" fmla="*/ 4464050 h 4464050"/>
              <a:gd name="connsiteX0" fmla="*/ 3534389 w 3534389"/>
              <a:gd name="connsiteY0" fmla="*/ 3569 h 4464050"/>
              <a:gd name="connsiteX1" fmla="*/ 3534389 w 3534389"/>
              <a:gd name="connsiteY1" fmla="*/ 4460478 h 4464050"/>
              <a:gd name="connsiteX2" fmla="*/ 2734777 w 3534389"/>
              <a:gd name="connsiteY2" fmla="*/ 3893419 h 4464050"/>
              <a:gd name="connsiteX3" fmla="*/ 2734777 w 3534389"/>
              <a:gd name="connsiteY3" fmla="*/ 570628 h 4464050"/>
              <a:gd name="connsiteX4" fmla="*/ 3534389 w 3534389"/>
              <a:gd name="connsiteY4" fmla="*/ 3569 h 4464050"/>
              <a:gd name="connsiteX5" fmla="*/ 2616186 w 3534389"/>
              <a:gd name="connsiteY5" fmla="*/ 0 h 4464050"/>
              <a:gd name="connsiteX6" fmla="*/ 2617938 w 3534389"/>
              <a:gd name="connsiteY6" fmla="*/ 0 h 4464050"/>
              <a:gd name="connsiteX7" fmla="*/ 2617938 w 3534389"/>
              <a:gd name="connsiteY7" fmla="*/ 4464050 h 4464050"/>
              <a:gd name="connsiteX8" fmla="*/ 2616189 w 3534389"/>
              <a:gd name="connsiteY8" fmla="*/ 4464050 h 4464050"/>
              <a:gd name="connsiteX9" fmla="*/ 1986411 w 3534389"/>
              <a:gd name="connsiteY9" fmla="*/ 3893419 h 4464050"/>
              <a:gd name="connsiteX10" fmla="*/ 1986411 w 3534389"/>
              <a:gd name="connsiteY10" fmla="*/ 570628 h 4464050"/>
              <a:gd name="connsiteX11" fmla="*/ 2616186 w 3534389"/>
              <a:gd name="connsiteY11" fmla="*/ 0 h 4464050"/>
              <a:gd name="connsiteX12" fmla="*/ 1867979 w 3534389"/>
              <a:gd name="connsiteY12" fmla="*/ 0 h 4464050"/>
              <a:gd name="connsiteX13" fmla="*/ 1869374 w 3534389"/>
              <a:gd name="connsiteY13" fmla="*/ 0 h 4464050"/>
              <a:gd name="connsiteX14" fmla="*/ 1869374 w 3534389"/>
              <a:gd name="connsiteY14" fmla="*/ 4464050 h 4464050"/>
              <a:gd name="connsiteX15" fmla="*/ 1867982 w 3534389"/>
              <a:gd name="connsiteY15" fmla="*/ 4464050 h 4464050"/>
              <a:gd name="connsiteX16" fmla="*/ 1366569 w 3534389"/>
              <a:gd name="connsiteY16" fmla="*/ 3893419 h 4464050"/>
              <a:gd name="connsiteX17" fmla="*/ 1366569 w 3534389"/>
              <a:gd name="connsiteY17" fmla="*/ 570628 h 4464050"/>
              <a:gd name="connsiteX18" fmla="*/ 1867979 w 3534389"/>
              <a:gd name="connsiteY18" fmla="*/ 0 h 4464050"/>
              <a:gd name="connsiteX19" fmla="*/ 746924 w 3534389"/>
              <a:gd name="connsiteY19" fmla="*/ 0 h 4464050"/>
              <a:gd name="connsiteX20" fmla="*/ 748320 w 3534389"/>
              <a:gd name="connsiteY20" fmla="*/ 0 h 4464050"/>
              <a:gd name="connsiteX21" fmla="*/ 1249730 w 3534389"/>
              <a:gd name="connsiteY21" fmla="*/ 570628 h 4464050"/>
              <a:gd name="connsiteX22" fmla="*/ 1249730 w 3534389"/>
              <a:gd name="connsiteY22" fmla="*/ 3893320 h 4464050"/>
              <a:gd name="connsiteX23" fmla="*/ 748229 w 3534389"/>
              <a:gd name="connsiteY23" fmla="*/ 4464050 h 4464050"/>
              <a:gd name="connsiteX24" fmla="*/ 746924 w 3534389"/>
              <a:gd name="connsiteY24" fmla="*/ 4464050 h 4464050"/>
              <a:gd name="connsiteX25" fmla="*/ 746924 w 3534389"/>
              <a:gd name="connsiteY25" fmla="*/ 0 h 4464050"/>
              <a:gd name="connsiteX26" fmla="*/ 0 w 3534389"/>
              <a:gd name="connsiteY26" fmla="*/ 4464050 h 4464050"/>
              <a:gd name="connsiteX27" fmla="*/ 629887 w 3534389"/>
              <a:gd name="connsiteY27" fmla="*/ 3893320 h 4464050"/>
              <a:gd name="connsiteX28" fmla="*/ 0 w 3534389"/>
              <a:gd name="connsiteY28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570628 h 4464050"/>
              <a:gd name="connsiteX22" fmla="*/ 502806 w 2787465"/>
              <a:gd name="connsiteY22" fmla="*/ 3893320 h 4464050"/>
              <a:gd name="connsiteX23" fmla="*/ 1305 w 2787465"/>
              <a:gd name="connsiteY23" fmla="*/ 4464050 h 4464050"/>
              <a:gd name="connsiteX24" fmla="*/ 0 w 2787465"/>
              <a:gd name="connsiteY24" fmla="*/ 4464050 h 4464050"/>
              <a:gd name="connsiteX25" fmla="*/ 0 w 2787465"/>
              <a:gd name="connsiteY25" fmla="*/ 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24" fmla="*/ 0 w 2787465"/>
              <a:gd name="connsiteY24" fmla="*/ 0 h 4464050"/>
              <a:gd name="connsiteX0" fmla="*/ 2809119 w 2809119"/>
              <a:gd name="connsiteY0" fmla="*/ 3569 h 4464050"/>
              <a:gd name="connsiteX1" fmla="*/ 2809119 w 2809119"/>
              <a:gd name="connsiteY1" fmla="*/ 4460478 h 4464050"/>
              <a:gd name="connsiteX2" fmla="*/ 2009507 w 2809119"/>
              <a:gd name="connsiteY2" fmla="*/ 3893419 h 4464050"/>
              <a:gd name="connsiteX3" fmla="*/ 2009507 w 2809119"/>
              <a:gd name="connsiteY3" fmla="*/ 570628 h 4464050"/>
              <a:gd name="connsiteX4" fmla="*/ 2809119 w 2809119"/>
              <a:gd name="connsiteY4" fmla="*/ 3569 h 4464050"/>
              <a:gd name="connsiteX5" fmla="*/ 1890916 w 2809119"/>
              <a:gd name="connsiteY5" fmla="*/ 0 h 4464050"/>
              <a:gd name="connsiteX6" fmla="*/ 1892668 w 2809119"/>
              <a:gd name="connsiteY6" fmla="*/ 0 h 4464050"/>
              <a:gd name="connsiteX7" fmla="*/ 1892668 w 2809119"/>
              <a:gd name="connsiteY7" fmla="*/ 4464050 h 4464050"/>
              <a:gd name="connsiteX8" fmla="*/ 1890919 w 2809119"/>
              <a:gd name="connsiteY8" fmla="*/ 4464050 h 4464050"/>
              <a:gd name="connsiteX9" fmla="*/ 1261141 w 2809119"/>
              <a:gd name="connsiteY9" fmla="*/ 3893419 h 4464050"/>
              <a:gd name="connsiteX10" fmla="*/ 1261141 w 2809119"/>
              <a:gd name="connsiteY10" fmla="*/ 570628 h 4464050"/>
              <a:gd name="connsiteX11" fmla="*/ 1890916 w 2809119"/>
              <a:gd name="connsiteY11" fmla="*/ 0 h 4464050"/>
              <a:gd name="connsiteX12" fmla="*/ 1142709 w 2809119"/>
              <a:gd name="connsiteY12" fmla="*/ 0 h 4464050"/>
              <a:gd name="connsiteX13" fmla="*/ 1144104 w 2809119"/>
              <a:gd name="connsiteY13" fmla="*/ 0 h 4464050"/>
              <a:gd name="connsiteX14" fmla="*/ 1144104 w 2809119"/>
              <a:gd name="connsiteY14" fmla="*/ 4464050 h 4464050"/>
              <a:gd name="connsiteX15" fmla="*/ 1142712 w 2809119"/>
              <a:gd name="connsiteY15" fmla="*/ 4464050 h 4464050"/>
              <a:gd name="connsiteX16" fmla="*/ 641299 w 2809119"/>
              <a:gd name="connsiteY16" fmla="*/ 3893419 h 4464050"/>
              <a:gd name="connsiteX17" fmla="*/ 641299 w 2809119"/>
              <a:gd name="connsiteY17" fmla="*/ 570628 h 4464050"/>
              <a:gd name="connsiteX18" fmla="*/ 1142709 w 2809119"/>
              <a:gd name="connsiteY18" fmla="*/ 0 h 4464050"/>
              <a:gd name="connsiteX19" fmla="*/ 0 w 2809119"/>
              <a:gd name="connsiteY19" fmla="*/ 7219 h 4464050"/>
              <a:gd name="connsiteX20" fmla="*/ 23050 w 2809119"/>
              <a:gd name="connsiteY20" fmla="*/ 0 h 4464050"/>
              <a:gd name="connsiteX21" fmla="*/ 524460 w 2809119"/>
              <a:gd name="connsiteY21" fmla="*/ 3893320 h 4464050"/>
              <a:gd name="connsiteX22" fmla="*/ 22959 w 2809119"/>
              <a:gd name="connsiteY22" fmla="*/ 4464050 h 4464050"/>
              <a:gd name="connsiteX23" fmla="*/ 21654 w 2809119"/>
              <a:gd name="connsiteY23" fmla="*/ 4464050 h 4464050"/>
              <a:gd name="connsiteX24" fmla="*/ 0 w 2809119"/>
              <a:gd name="connsiteY24" fmla="*/ 7219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1305 w 2787465"/>
              <a:gd name="connsiteY21" fmla="*/ 4464050 h 4464050"/>
              <a:gd name="connsiteX22" fmla="*/ 0 w 2787465"/>
              <a:gd name="connsiteY22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05 w 2787465"/>
              <a:gd name="connsiteY20" fmla="*/ 4464050 h 4464050"/>
              <a:gd name="connsiteX21" fmla="*/ 0 w 2787465"/>
              <a:gd name="connsiteY21" fmla="*/ 4464050 h 4464050"/>
              <a:gd name="connsiteX0" fmla="*/ 2167820 w 2167820"/>
              <a:gd name="connsiteY0" fmla="*/ 3569 h 4464050"/>
              <a:gd name="connsiteX1" fmla="*/ 2167820 w 2167820"/>
              <a:gd name="connsiteY1" fmla="*/ 4460478 h 4464050"/>
              <a:gd name="connsiteX2" fmla="*/ 1368208 w 2167820"/>
              <a:gd name="connsiteY2" fmla="*/ 3893419 h 4464050"/>
              <a:gd name="connsiteX3" fmla="*/ 1368208 w 2167820"/>
              <a:gd name="connsiteY3" fmla="*/ 570628 h 4464050"/>
              <a:gd name="connsiteX4" fmla="*/ 2167820 w 2167820"/>
              <a:gd name="connsiteY4" fmla="*/ 3569 h 4464050"/>
              <a:gd name="connsiteX5" fmla="*/ 1249617 w 2167820"/>
              <a:gd name="connsiteY5" fmla="*/ 0 h 4464050"/>
              <a:gd name="connsiteX6" fmla="*/ 1251369 w 2167820"/>
              <a:gd name="connsiteY6" fmla="*/ 0 h 4464050"/>
              <a:gd name="connsiteX7" fmla="*/ 1251369 w 2167820"/>
              <a:gd name="connsiteY7" fmla="*/ 4464050 h 4464050"/>
              <a:gd name="connsiteX8" fmla="*/ 1249620 w 2167820"/>
              <a:gd name="connsiteY8" fmla="*/ 4464050 h 4464050"/>
              <a:gd name="connsiteX9" fmla="*/ 619842 w 2167820"/>
              <a:gd name="connsiteY9" fmla="*/ 3893419 h 4464050"/>
              <a:gd name="connsiteX10" fmla="*/ 619842 w 2167820"/>
              <a:gd name="connsiteY10" fmla="*/ 570628 h 4464050"/>
              <a:gd name="connsiteX11" fmla="*/ 1249617 w 2167820"/>
              <a:gd name="connsiteY11" fmla="*/ 0 h 4464050"/>
              <a:gd name="connsiteX12" fmla="*/ 501410 w 2167820"/>
              <a:gd name="connsiteY12" fmla="*/ 0 h 4464050"/>
              <a:gd name="connsiteX13" fmla="*/ 502805 w 2167820"/>
              <a:gd name="connsiteY13" fmla="*/ 0 h 4464050"/>
              <a:gd name="connsiteX14" fmla="*/ 502805 w 2167820"/>
              <a:gd name="connsiteY14" fmla="*/ 4464050 h 4464050"/>
              <a:gd name="connsiteX15" fmla="*/ 501413 w 2167820"/>
              <a:gd name="connsiteY15" fmla="*/ 4464050 h 4464050"/>
              <a:gd name="connsiteX16" fmla="*/ 0 w 2167820"/>
              <a:gd name="connsiteY16" fmla="*/ 3893419 h 4464050"/>
              <a:gd name="connsiteX17" fmla="*/ 0 w 2167820"/>
              <a:gd name="connsiteY17" fmla="*/ 570628 h 4464050"/>
              <a:gd name="connsiteX18" fmla="*/ 501410 w 2167820"/>
              <a:gd name="connsiteY18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67820" h="4464050">
                <a:moveTo>
                  <a:pt x="2167820" y="3569"/>
                </a:moveTo>
                <a:lnTo>
                  <a:pt x="2167820" y="4460478"/>
                </a:lnTo>
                <a:lnTo>
                  <a:pt x="1368208" y="3893419"/>
                </a:lnTo>
                <a:lnTo>
                  <a:pt x="1368208" y="570628"/>
                </a:lnTo>
                <a:lnTo>
                  <a:pt x="2167820" y="3569"/>
                </a:lnTo>
                <a:close/>
                <a:moveTo>
                  <a:pt x="1249617" y="0"/>
                </a:moveTo>
                <a:lnTo>
                  <a:pt x="1251369" y="0"/>
                </a:lnTo>
                <a:lnTo>
                  <a:pt x="1251369" y="4464050"/>
                </a:lnTo>
                <a:lnTo>
                  <a:pt x="1249620" y="4464050"/>
                </a:lnTo>
                <a:lnTo>
                  <a:pt x="619842" y="3893419"/>
                </a:lnTo>
                <a:lnTo>
                  <a:pt x="619842" y="570628"/>
                </a:lnTo>
                <a:lnTo>
                  <a:pt x="1249617" y="0"/>
                </a:lnTo>
                <a:close/>
                <a:moveTo>
                  <a:pt x="501410" y="0"/>
                </a:moveTo>
                <a:lnTo>
                  <a:pt x="502805" y="0"/>
                </a:lnTo>
                <a:lnTo>
                  <a:pt x="502805" y="4464050"/>
                </a:lnTo>
                <a:lnTo>
                  <a:pt x="501413" y="4464050"/>
                </a:lnTo>
                <a:lnTo>
                  <a:pt x="0" y="3893419"/>
                </a:lnTo>
                <a:lnTo>
                  <a:pt x="0" y="570628"/>
                </a:lnTo>
                <a:lnTo>
                  <a:pt x="501410" y="0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E77EB60-ACA1-6112-BDA5-237DF487574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1765" y="428625"/>
            <a:ext cx="191218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570628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1672385 w 4459850"/>
              <a:gd name="connsiteY18" fmla="*/ 0 h 4464050"/>
              <a:gd name="connsiteX19" fmla="*/ 1673781 w 4459850"/>
              <a:gd name="connsiteY19" fmla="*/ 0 h 4464050"/>
              <a:gd name="connsiteX20" fmla="*/ 2175191 w 4459850"/>
              <a:gd name="connsiteY20" fmla="*/ 570628 h 4464050"/>
              <a:gd name="connsiteX21" fmla="*/ 2175191 w 4459850"/>
              <a:gd name="connsiteY21" fmla="*/ 3893320 h 4464050"/>
              <a:gd name="connsiteX22" fmla="*/ 1673690 w 4459850"/>
              <a:gd name="connsiteY22" fmla="*/ 4464050 h 4464050"/>
              <a:gd name="connsiteX23" fmla="*/ 1672385 w 4459850"/>
              <a:gd name="connsiteY23" fmla="*/ 4464050 h 4464050"/>
              <a:gd name="connsiteX24" fmla="*/ 1672385 w 4459850"/>
              <a:gd name="connsiteY24" fmla="*/ 0 h 4464050"/>
              <a:gd name="connsiteX25" fmla="*/ 923822 w 4459850"/>
              <a:gd name="connsiteY25" fmla="*/ 0 h 4464050"/>
              <a:gd name="connsiteX26" fmla="*/ 925575 w 4459850"/>
              <a:gd name="connsiteY26" fmla="*/ 0 h 4464050"/>
              <a:gd name="connsiteX27" fmla="*/ 1555348 w 4459850"/>
              <a:gd name="connsiteY27" fmla="*/ 570628 h 4464050"/>
              <a:gd name="connsiteX28" fmla="*/ 1555348 w 4459850"/>
              <a:gd name="connsiteY28" fmla="*/ 3893320 h 4464050"/>
              <a:gd name="connsiteX29" fmla="*/ 925461 w 4459850"/>
              <a:gd name="connsiteY29" fmla="*/ 4464050 h 4464050"/>
              <a:gd name="connsiteX30" fmla="*/ 923822 w 4459850"/>
              <a:gd name="connsiteY30" fmla="*/ 4464050 h 4464050"/>
              <a:gd name="connsiteX31" fmla="*/ 923822 w 4459850"/>
              <a:gd name="connsiteY31" fmla="*/ 0 h 4464050"/>
              <a:gd name="connsiteX32" fmla="*/ 0 w 4459850"/>
              <a:gd name="connsiteY32" fmla="*/ 0 h 4464050"/>
              <a:gd name="connsiteX33" fmla="*/ 2239 w 4459850"/>
              <a:gd name="connsiteY33" fmla="*/ 0 h 4464050"/>
              <a:gd name="connsiteX34" fmla="*/ 806883 w 4459850"/>
              <a:gd name="connsiteY34" fmla="*/ 570628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1672385 w 4459850"/>
              <a:gd name="connsiteY17" fmla="*/ 0 h 4464050"/>
              <a:gd name="connsiteX18" fmla="*/ 1673781 w 4459850"/>
              <a:gd name="connsiteY18" fmla="*/ 0 h 4464050"/>
              <a:gd name="connsiteX19" fmla="*/ 2175191 w 4459850"/>
              <a:gd name="connsiteY19" fmla="*/ 570628 h 4464050"/>
              <a:gd name="connsiteX20" fmla="*/ 2175191 w 4459850"/>
              <a:gd name="connsiteY20" fmla="*/ 3893320 h 4464050"/>
              <a:gd name="connsiteX21" fmla="*/ 1673690 w 4459850"/>
              <a:gd name="connsiteY21" fmla="*/ 4464050 h 4464050"/>
              <a:gd name="connsiteX22" fmla="*/ 1672385 w 4459850"/>
              <a:gd name="connsiteY22" fmla="*/ 4464050 h 4464050"/>
              <a:gd name="connsiteX23" fmla="*/ 1672385 w 4459850"/>
              <a:gd name="connsiteY23" fmla="*/ 0 h 4464050"/>
              <a:gd name="connsiteX24" fmla="*/ 923822 w 4459850"/>
              <a:gd name="connsiteY24" fmla="*/ 0 h 4464050"/>
              <a:gd name="connsiteX25" fmla="*/ 925575 w 4459850"/>
              <a:gd name="connsiteY25" fmla="*/ 0 h 4464050"/>
              <a:gd name="connsiteX26" fmla="*/ 1555348 w 4459850"/>
              <a:gd name="connsiteY26" fmla="*/ 570628 h 4464050"/>
              <a:gd name="connsiteX27" fmla="*/ 1555348 w 4459850"/>
              <a:gd name="connsiteY27" fmla="*/ 3893320 h 4464050"/>
              <a:gd name="connsiteX28" fmla="*/ 925461 w 4459850"/>
              <a:gd name="connsiteY28" fmla="*/ 4464050 h 4464050"/>
              <a:gd name="connsiteX29" fmla="*/ 923822 w 4459850"/>
              <a:gd name="connsiteY29" fmla="*/ 4464050 h 4464050"/>
              <a:gd name="connsiteX30" fmla="*/ 923822 w 4459850"/>
              <a:gd name="connsiteY30" fmla="*/ 0 h 4464050"/>
              <a:gd name="connsiteX31" fmla="*/ 0 w 4459850"/>
              <a:gd name="connsiteY31" fmla="*/ 0 h 4464050"/>
              <a:gd name="connsiteX32" fmla="*/ 2239 w 4459850"/>
              <a:gd name="connsiteY32" fmla="*/ 0 h 4464050"/>
              <a:gd name="connsiteX33" fmla="*/ 806883 w 4459850"/>
              <a:gd name="connsiteY33" fmla="*/ 570628 h 4464050"/>
              <a:gd name="connsiteX34" fmla="*/ 806883 w 4459850"/>
              <a:gd name="connsiteY34" fmla="*/ 3893419 h 4464050"/>
              <a:gd name="connsiteX35" fmla="*/ 2234 w 4459850"/>
              <a:gd name="connsiteY35" fmla="*/ 4464050 h 4464050"/>
              <a:gd name="connsiteX36" fmla="*/ 0 w 4459850"/>
              <a:gd name="connsiteY36" fmla="*/ 4464050 h 4464050"/>
              <a:gd name="connsiteX37" fmla="*/ 0 w 4459850"/>
              <a:gd name="connsiteY37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2292030 w 4459850"/>
              <a:gd name="connsiteY15" fmla="*/ 3893419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1672385 w 4459850"/>
              <a:gd name="connsiteY22" fmla="*/ 0 h 4464050"/>
              <a:gd name="connsiteX23" fmla="*/ 923822 w 4459850"/>
              <a:gd name="connsiteY23" fmla="*/ 0 h 4464050"/>
              <a:gd name="connsiteX24" fmla="*/ 925575 w 4459850"/>
              <a:gd name="connsiteY24" fmla="*/ 0 h 4464050"/>
              <a:gd name="connsiteX25" fmla="*/ 1555348 w 4459850"/>
              <a:gd name="connsiteY25" fmla="*/ 570628 h 4464050"/>
              <a:gd name="connsiteX26" fmla="*/ 1555348 w 4459850"/>
              <a:gd name="connsiteY26" fmla="*/ 3893320 h 4464050"/>
              <a:gd name="connsiteX27" fmla="*/ 925461 w 4459850"/>
              <a:gd name="connsiteY27" fmla="*/ 4464050 h 4464050"/>
              <a:gd name="connsiteX28" fmla="*/ 923822 w 4459850"/>
              <a:gd name="connsiteY28" fmla="*/ 4464050 h 4464050"/>
              <a:gd name="connsiteX29" fmla="*/ 923822 w 4459850"/>
              <a:gd name="connsiteY29" fmla="*/ 0 h 4464050"/>
              <a:gd name="connsiteX30" fmla="*/ 0 w 4459850"/>
              <a:gd name="connsiteY30" fmla="*/ 0 h 4464050"/>
              <a:gd name="connsiteX31" fmla="*/ 2239 w 4459850"/>
              <a:gd name="connsiteY31" fmla="*/ 0 h 4464050"/>
              <a:gd name="connsiteX32" fmla="*/ 806883 w 4459850"/>
              <a:gd name="connsiteY32" fmla="*/ 570628 h 4464050"/>
              <a:gd name="connsiteX33" fmla="*/ 806883 w 4459850"/>
              <a:gd name="connsiteY33" fmla="*/ 3893419 h 4464050"/>
              <a:gd name="connsiteX34" fmla="*/ 2234 w 4459850"/>
              <a:gd name="connsiteY34" fmla="*/ 4464050 h 4464050"/>
              <a:gd name="connsiteX35" fmla="*/ 0 w 4459850"/>
              <a:gd name="connsiteY35" fmla="*/ 4464050 h 4464050"/>
              <a:gd name="connsiteX36" fmla="*/ 0 w 4459850"/>
              <a:gd name="connsiteY36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3 w 4459850"/>
              <a:gd name="connsiteY12" fmla="*/ 4464050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1672385 w 4459850"/>
              <a:gd name="connsiteY15" fmla="*/ 0 h 4464050"/>
              <a:gd name="connsiteX16" fmla="*/ 1673781 w 4459850"/>
              <a:gd name="connsiteY16" fmla="*/ 0 h 4464050"/>
              <a:gd name="connsiteX17" fmla="*/ 2175191 w 4459850"/>
              <a:gd name="connsiteY17" fmla="*/ 570628 h 4464050"/>
              <a:gd name="connsiteX18" fmla="*/ 2175191 w 4459850"/>
              <a:gd name="connsiteY18" fmla="*/ 3893320 h 4464050"/>
              <a:gd name="connsiteX19" fmla="*/ 1673690 w 4459850"/>
              <a:gd name="connsiteY19" fmla="*/ 4464050 h 4464050"/>
              <a:gd name="connsiteX20" fmla="*/ 1672385 w 4459850"/>
              <a:gd name="connsiteY20" fmla="*/ 4464050 h 4464050"/>
              <a:gd name="connsiteX21" fmla="*/ 1672385 w 4459850"/>
              <a:gd name="connsiteY21" fmla="*/ 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923822 w 4459850"/>
              <a:gd name="connsiteY28" fmla="*/ 0 h 4464050"/>
              <a:gd name="connsiteX29" fmla="*/ 0 w 4459850"/>
              <a:gd name="connsiteY29" fmla="*/ 0 h 4464050"/>
              <a:gd name="connsiteX30" fmla="*/ 2239 w 4459850"/>
              <a:gd name="connsiteY30" fmla="*/ 0 h 4464050"/>
              <a:gd name="connsiteX31" fmla="*/ 806883 w 4459850"/>
              <a:gd name="connsiteY31" fmla="*/ 570628 h 4464050"/>
              <a:gd name="connsiteX32" fmla="*/ 806883 w 4459850"/>
              <a:gd name="connsiteY32" fmla="*/ 3893419 h 4464050"/>
              <a:gd name="connsiteX33" fmla="*/ 2234 w 4459850"/>
              <a:gd name="connsiteY33" fmla="*/ 4464050 h 4464050"/>
              <a:gd name="connsiteX34" fmla="*/ 0 w 4459850"/>
              <a:gd name="connsiteY34" fmla="*/ 4464050 h 4464050"/>
              <a:gd name="connsiteX35" fmla="*/ 0 w 4459850"/>
              <a:gd name="connsiteY35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1672385 w 4459850"/>
              <a:gd name="connsiteY12" fmla="*/ 0 h 4464050"/>
              <a:gd name="connsiteX13" fmla="*/ 1673781 w 4459850"/>
              <a:gd name="connsiteY13" fmla="*/ 0 h 4464050"/>
              <a:gd name="connsiteX14" fmla="*/ 2175191 w 4459850"/>
              <a:gd name="connsiteY14" fmla="*/ 570628 h 4464050"/>
              <a:gd name="connsiteX15" fmla="*/ 2175191 w 4459850"/>
              <a:gd name="connsiteY15" fmla="*/ 3893320 h 4464050"/>
              <a:gd name="connsiteX16" fmla="*/ 1673690 w 4459850"/>
              <a:gd name="connsiteY16" fmla="*/ 4464050 h 4464050"/>
              <a:gd name="connsiteX17" fmla="*/ 1672385 w 4459850"/>
              <a:gd name="connsiteY17" fmla="*/ 4464050 h 4464050"/>
              <a:gd name="connsiteX18" fmla="*/ 1672385 w 4459850"/>
              <a:gd name="connsiteY18" fmla="*/ 0 h 4464050"/>
              <a:gd name="connsiteX19" fmla="*/ 923822 w 4459850"/>
              <a:gd name="connsiteY19" fmla="*/ 0 h 4464050"/>
              <a:gd name="connsiteX20" fmla="*/ 925575 w 4459850"/>
              <a:gd name="connsiteY20" fmla="*/ 0 h 4464050"/>
              <a:gd name="connsiteX21" fmla="*/ 1555348 w 4459850"/>
              <a:gd name="connsiteY21" fmla="*/ 570628 h 4464050"/>
              <a:gd name="connsiteX22" fmla="*/ 1555348 w 4459850"/>
              <a:gd name="connsiteY22" fmla="*/ 3893320 h 4464050"/>
              <a:gd name="connsiteX23" fmla="*/ 925461 w 4459850"/>
              <a:gd name="connsiteY23" fmla="*/ 4464050 h 4464050"/>
              <a:gd name="connsiteX24" fmla="*/ 923822 w 4459850"/>
              <a:gd name="connsiteY24" fmla="*/ 4464050 h 4464050"/>
              <a:gd name="connsiteX25" fmla="*/ 923822 w 4459850"/>
              <a:gd name="connsiteY25" fmla="*/ 0 h 4464050"/>
              <a:gd name="connsiteX26" fmla="*/ 0 w 4459850"/>
              <a:gd name="connsiteY26" fmla="*/ 0 h 4464050"/>
              <a:gd name="connsiteX27" fmla="*/ 2239 w 4459850"/>
              <a:gd name="connsiteY27" fmla="*/ 0 h 4464050"/>
              <a:gd name="connsiteX28" fmla="*/ 806883 w 4459850"/>
              <a:gd name="connsiteY28" fmla="*/ 570628 h 4464050"/>
              <a:gd name="connsiteX29" fmla="*/ 806883 w 4459850"/>
              <a:gd name="connsiteY29" fmla="*/ 3893419 h 4464050"/>
              <a:gd name="connsiteX30" fmla="*/ 2234 w 4459850"/>
              <a:gd name="connsiteY30" fmla="*/ 4464050 h 4464050"/>
              <a:gd name="connsiteX31" fmla="*/ 0 w 4459850"/>
              <a:gd name="connsiteY31" fmla="*/ 4464050 h 4464050"/>
              <a:gd name="connsiteX32" fmla="*/ 0 w 4459850"/>
              <a:gd name="connsiteY32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3541647 w 4459850"/>
              <a:gd name="connsiteY10" fmla="*/ 0 h 4464050"/>
              <a:gd name="connsiteX11" fmla="*/ 1672385 w 4459850"/>
              <a:gd name="connsiteY11" fmla="*/ 0 h 4464050"/>
              <a:gd name="connsiteX12" fmla="*/ 1673781 w 4459850"/>
              <a:gd name="connsiteY12" fmla="*/ 0 h 4464050"/>
              <a:gd name="connsiteX13" fmla="*/ 2175191 w 4459850"/>
              <a:gd name="connsiteY13" fmla="*/ 570628 h 4464050"/>
              <a:gd name="connsiteX14" fmla="*/ 2175191 w 4459850"/>
              <a:gd name="connsiteY14" fmla="*/ 3893320 h 4464050"/>
              <a:gd name="connsiteX15" fmla="*/ 1673690 w 4459850"/>
              <a:gd name="connsiteY15" fmla="*/ 4464050 h 4464050"/>
              <a:gd name="connsiteX16" fmla="*/ 1672385 w 4459850"/>
              <a:gd name="connsiteY16" fmla="*/ 4464050 h 4464050"/>
              <a:gd name="connsiteX17" fmla="*/ 1672385 w 4459850"/>
              <a:gd name="connsiteY17" fmla="*/ 0 h 4464050"/>
              <a:gd name="connsiteX18" fmla="*/ 923822 w 4459850"/>
              <a:gd name="connsiteY18" fmla="*/ 0 h 4464050"/>
              <a:gd name="connsiteX19" fmla="*/ 925575 w 4459850"/>
              <a:gd name="connsiteY19" fmla="*/ 0 h 4464050"/>
              <a:gd name="connsiteX20" fmla="*/ 1555348 w 4459850"/>
              <a:gd name="connsiteY20" fmla="*/ 570628 h 4464050"/>
              <a:gd name="connsiteX21" fmla="*/ 1555348 w 4459850"/>
              <a:gd name="connsiteY21" fmla="*/ 3893320 h 4464050"/>
              <a:gd name="connsiteX22" fmla="*/ 925461 w 4459850"/>
              <a:gd name="connsiteY22" fmla="*/ 4464050 h 4464050"/>
              <a:gd name="connsiteX23" fmla="*/ 923822 w 4459850"/>
              <a:gd name="connsiteY23" fmla="*/ 4464050 h 4464050"/>
              <a:gd name="connsiteX24" fmla="*/ 923822 w 4459850"/>
              <a:gd name="connsiteY24" fmla="*/ 0 h 4464050"/>
              <a:gd name="connsiteX25" fmla="*/ 0 w 4459850"/>
              <a:gd name="connsiteY25" fmla="*/ 0 h 4464050"/>
              <a:gd name="connsiteX26" fmla="*/ 2239 w 4459850"/>
              <a:gd name="connsiteY26" fmla="*/ 0 h 4464050"/>
              <a:gd name="connsiteX27" fmla="*/ 806883 w 4459850"/>
              <a:gd name="connsiteY27" fmla="*/ 570628 h 4464050"/>
              <a:gd name="connsiteX28" fmla="*/ 806883 w 4459850"/>
              <a:gd name="connsiteY28" fmla="*/ 3893419 h 4464050"/>
              <a:gd name="connsiteX29" fmla="*/ 2234 w 4459850"/>
              <a:gd name="connsiteY29" fmla="*/ 4464050 h 4464050"/>
              <a:gd name="connsiteX30" fmla="*/ 0 w 4459850"/>
              <a:gd name="connsiteY30" fmla="*/ 4464050 h 4464050"/>
              <a:gd name="connsiteX31" fmla="*/ 0 w 4459850"/>
              <a:gd name="connsiteY31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41647 w 4459850"/>
              <a:gd name="connsiteY9" fmla="*/ 0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19994 w 4459850"/>
              <a:gd name="connsiteY5" fmla="*/ 28871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19994 w 4459850"/>
              <a:gd name="connsiteY9" fmla="*/ 28871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1672385 w 4459850"/>
              <a:gd name="connsiteY9" fmla="*/ 0 h 4464050"/>
              <a:gd name="connsiteX10" fmla="*/ 1673781 w 4459850"/>
              <a:gd name="connsiteY10" fmla="*/ 0 h 4464050"/>
              <a:gd name="connsiteX11" fmla="*/ 2175191 w 4459850"/>
              <a:gd name="connsiteY11" fmla="*/ 570628 h 4464050"/>
              <a:gd name="connsiteX12" fmla="*/ 2175191 w 4459850"/>
              <a:gd name="connsiteY12" fmla="*/ 3893320 h 4464050"/>
              <a:gd name="connsiteX13" fmla="*/ 1673690 w 4459850"/>
              <a:gd name="connsiteY13" fmla="*/ 4464050 h 4464050"/>
              <a:gd name="connsiteX14" fmla="*/ 1672385 w 4459850"/>
              <a:gd name="connsiteY14" fmla="*/ 4464050 h 4464050"/>
              <a:gd name="connsiteX15" fmla="*/ 1672385 w 4459850"/>
              <a:gd name="connsiteY15" fmla="*/ 0 h 4464050"/>
              <a:gd name="connsiteX16" fmla="*/ 923822 w 4459850"/>
              <a:gd name="connsiteY16" fmla="*/ 0 h 4464050"/>
              <a:gd name="connsiteX17" fmla="*/ 925575 w 4459850"/>
              <a:gd name="connsiteY17" fmla="*/ 0 h 4464050"/>
              <a:gd name="connsiteX18" fmla="*/ 1555348 w 4459850"/>
              <a:gd name="connsiteY18" fmla="*/ 570628 h 4464050"/>
              <a:gd name="connsiteX19" fmla="*/ 1555348 w 4459850"/>
              <a:gd name="connsiteY19" fmla="*/ 3893320 h 4464050"/>
              <a:gd name="connsiteX20" fmla="*/ 925461 w 4459850"/>
              <a:gd name="connsiteY20" fmla="*/ 4464050 h 4464050"/>
              <a:gd name="connsiteX21" fmla="*/ 923822 w 4459850"/>
              <a:gd name="connsiteY21" fmla="*/ 4464050 h 4464050"/>
              <a:gd name="connsiteX22" fmla="*/ 923822 w 4459850"/>
              <a:gd name="connsiteY22" fmla="*/ 0 h 4464050"/>
              <a:gd name="connsiteX23" fmla="*/ 0 w 4459850"/>
              <a:gd name="connsiteY23" fmla="*/ 0 h 4464050"/>
              <a:gd name="connsiteX24" fmla="*/ 2239 w 4459850"/>
              <a:gd name="connsiteY24" fmla="*/ 0 h 4464050"/>
              <a:gd name="connsiteX25" fmla="*/ 806883 w 4459850"/>
              <a:gd name="connsiteY25" fmla="*/ 570628 h 4464050"/>
              <a:gd name="connsiteX26" fmla="*/ 806883 w 4459850"/>
              <a:gd name="connsiteY26" fmla="*/ 3893419 h 4464050"/>
              <a:gd name="connsiteX27" fmla="*/ 2234 w 4459850"/>
              <a:gd name="connsiteY27" fmla="*/ 4464050 h 4464050"/>
              <a:gd name="connsiteX28" fmla="*/ 0 w 4459850"/>
              <a:gd name="connsiteY28" fmla="*/ 4464050 h 4464050"/>
              <a:gd name="connsiteX29" fmla="*/ 0 w 4459850"/>
              <a:gd name="connsiteY29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4464050 h 4464050"/>
              <a:gd name="connsiteX7" fmla="*/ 2911872 w 4459850"/>
              <a:gd name="connsiteY7" fmla="*/ 570628 h 4464050"/>
              <a:gd name="connsiteX8" fmla="*/ 1672385 w 4459850"/>
              <a:gd name="connsiteY8" fmla="*/ 0 h 4464050"/>
              <a:gd name="connsiteX9" fmla="*/ 1673781 w 4459850"/>
              <a:gd name="connsiteY9" fmla="*/ 0 h 4464050"/>
              <a:gd name="connsiteX10" fmla="*/ 2175191 w 4459850"/>
              <a:gd name="connsiteY10" fmla="*/ 570628 h 4464050"/>
              <a:gd name="connsiteX11" fmla="*/ 2175191 w 4459850"/>
              <a:gd name="connsiteY11" fmla="*/ 3893320 h 4464050"/>
              <a:gd name="connsiteX12" fmla="*/ 1673690 w 4459850"/>
              <a:gd name="connsiteY12" fmla="*/ 4464050 h 4464050"/>
              <a:gd name="connsiteX13" fmla="*/ 1672385 w 4459850"/>
              <a:gd name="connsiteY13" fmla="*/ 4464050 h 4464050"/>
              <a:gd name="connsiteX14" fmla="*/ 1672385 w 4459850"/>
              <a:gd name="connsiteY14" fmla="*/ 0 h 4464050"/>
              <a:gd name="connsiteX15" fmla="*/ 923822 w 4459850"/>
              <a:gd name="connsiteY15" fmla="*/ 0 h 4464050"/>
              <a:gd name="connsiteX16" fmla="*/ 925575 w 4459850"/>
              <a:gd name="connsiteY16" fmla="*/ 0 h 4464050"/>
              <a:gd name="connsiteX17" fmla="*/ 1555348 w 4459850"/>
              <a:gd name="connsiteY17" fmla="*/ 570628 h 4464050"/>
              <a:gd name="connsiteX18" fmla="*/ 1555348 w 4459850"/>
              <a:gd name="connsiteY18" fmla="*/ 3893320 h 4464050"/>
              <a:gd name="connsiteX19" fmla="*/ 925461 w 4459850"/>
              <a:gd name="connsiteY19" fmla="*/ 4464050 h 4464050"/>
              <a:gd name="connsiteX20" fmla="*/ 923822 w 4459850"/>
              <a:gd name="connsiteY20" fmla="*/ 4464050 h 4464050"/>
              <a:gd name="connsiteX21" fmla="*/ 923822 w 4459850"/>
              <a:gd name="connsiteY21" fmla="*/ 0 h 4464050"/>
              <a:gd name="connsiteX22" fmla="*/ 0 w 4459850"/>
              <a:gd name="connsiteY22" fmla="*/ 0 h 4464050"/>
              <a:gd name="connsiteX23" fmla="*/ 2239 w 4459850"/>
              <a:gd name="connsiteY23" fmla="*/ 0 h 4464050"/>
              <a:gd name="connsiteX24" fmla="*/ 806883 w 4459850"/>
              <a:gd name="connsiteY24" fmla="*/ 570628 h 4464050"/>
              <a:gd name="connsiteX25" fmla="*/ 806883 w 4459850"/>
              <a:gd name="connsiteY25" fmla="*/ 3893419 h 4464050"/>
              <a:gd name="connsiteX26" fmla="*/ 2234 w 4459850"/>
              <a:gd name="connsiteY26" fmla="*/ 4464050 h 4464050"/>
              <a:gd name="connsiteX27" fmla="*/ 0 w 4459850"/>
              <a:gd name="connsiteY27" fmla="*/ 4464050 h 4464050"/>
              <a:gd name="connsiteX28" fmla="*/ 0 w 4459850"/>
              <a:gd name="connsiteY28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2911872 w 4459850"/>
              <a:gd name="connsiteY4" fmla="*/ 570628 h 4464050"/>
              <a:gd name="connsiteX5" fmla="*/ 3543399 w 4459850"/>
              <a:gd name="connsiteY5" fmla="*/ 4464050 h 4464050"/>
              <a:gd name="connsiteX6" fmla="*/ 2911872 w 4459850"/>
              <a:gd name="connsiteY6" fmla="*/ 570628 h 4464050"/>
              <a:gd name="connsiteX7" fmla="*/ 1672385 w 4459850"/>
              <a:gd name="connsiteY7" fmla="*/ 0 h 4464050"/>
              <a:gd name="connsiteX8" fmla="*/ 1673781 w 4459850"/>
              <a:gd name="connsiteY8" fmla="*/ 0 h 4464050"/>
              <a:gd name="connsiteX9" fmla="*/ 2175191 w 4459850"/>
              <a:gd name="connsiteY9" fmla="*/ 570628 h 4464050"/>
              <a:gd name="connsiteX10" fmla="*/ 2175191 w 4459850"/>
              <a:gd name="connsiteY10" fmla="*/ 3893320 h 4464050"/>
              <a:gd name="connsiteX11" fmla="*/ 1673690 w 4459850"/>
              <a:gd name="connsiteY11" fmla="*/ 4464050 h 4464050"/>
              <a:gd name="connsiteX12" fmla="*/ 1672385 w 4459850"/>
              <a:gd name="connsiteY12" fmla="*/ 4464050 h 4464050"/>
              <a:gd name="connsiteX13" fmla="*/ 1672385 w 4459850"/>
              <a:gd name="connsiteY13" fmla="*/ 0 h 4464050"/>
              <a:gd name="connsiteX14" fmla="*/ 923822 w 4459850"/>
              <a:gd name="connsiteY14" fmla="*/ 0 h 4464050"/>
              <a:gd name="connsiteX15" fmla="*/ 925575 w 4459850"/>
              <a:gd name="connsiteY15" fmla="*/ 0 h 4464050"/>
              <a:gd name="connsiteX16" fmla="*/ 1555348 w 4459850"/>
              <a:gd name="connsiteY16" fmla="*/ 570628 h 4464050"/>
              <a:gd name="connsiteX17" fmla="*/ 1555348 w 4459850"/>
              <a:gd name="connsiteY17" fmla="*/ 3893320 h 4464050"/>
              <a:gd name="connsiteX18" fmla="*/ 925461 w 4459850"/>
              <a:gd name="connsiteY18" fmla="*/ 4464050 h 4464050"/>
              <a:gd name="connsiteX19" fmla="*/ 923822 w 4459850"/>
              <a:gd name="connsiteY19" fmla="*/ 4464050 h 4464050"/>
              <a:gd name="connsiteX20" fmla="*/ 923822 w 4459850"/>
              <a:gd name="connsiteY20" fmla="*/ 0 h 4464050"/>
              <a:gd name="connsiteX21" fmla="*/ 0 w 4459850"/>
              <a:gd name="connsiteY21" fmla="*/ 0 h 4464050"/>
              <a:gd name="connsiteX22" fmla="*/ 2239 w 4459850"/>
              <a:gd name="connsiteY22" fmla="*/ 0 h 4464050"/>
              <a:gd name="connsiteX23" fmla="*/ 806883 w 4459850"/>
              <a:gd name="connsiteY23" fmla="*/ 570628 h 4464050"/>
              <a:gd name="connsiteX24" fmla="*/ 806883 w 4459850"/>
              <a:gd name="connsiteY24" fmla="*/ 3893419 h 4464050"/>
              <a:gd name="connsiteX25" fmla="*/ 2234 w 4459850"/>
              <a:gd name="connsiteY25" fmla="*/ 4464050 h 4464050"/>
              <a:gd name="connsiteX26" fmla="*/ 0 w 4459850"/>
              <a:gd name="connsiteY26" fmla="*/ 4464050 h 4464050"/>
              <a:gd name="connsiteX27" fmla="*/ 0 w 4459850"/>
              <a:gd name="connsiteY27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1672385 w 4459850"/>
              <a:gd name="connsiteY4" fmla="*/ 0 h 4464050"/>
              <a:gd name="connsiteX5" fmla="*/ 1673781 w 4459850"/>
              <a:gd name="connsiteY5" fmla="*/ 0 h 4464050"/>
              <a:gd name="connsiteX6" fmla="*/ 2175191 w 4459850"/>
              <a:gd name="connsiteY6" fmla="*/ 570628 h 4464050"/>
              <a:gd name="connsiteX7" fmla="*/ 2175191 w 4459850"/>
              <a:gd name="connsiteY7" fmla="*/ 3893320 h 4464050"/>
              <a:gd name="connsiteX8" fmla="*/ 1673690 w 4459850"/>
              <a:gd name="connsiteY8" fmla="*/ 4464050 h 4464050"/>
              <a:gd name="connsiteX9" fmla="*/ 1672385 w 4459850"/>
              <a:gd name="connsiteY9" fmla="*/ 4464050 h 4464050"/>
              <a:gd name="connsiteX10" fmla="*/ 1672385 w 4459850"/>
              <a:gd name="connsiteY10" fmla="*/ 0 h 4464050"/>
              <a:gd name="connsiteX11" fmla="*/ 923822 w 4459850"/>
              <a:gd name="connsiteY11" fmla="*/ 0 h 4464050"/>
              <a:gd name="connsiteX12" fmla="*/ 925575 w 4459850"/>
              <a:gd name="connsiteY12" fmla="*/ 0 h 4464050"/>
              <a:gd name="connsiteX13" fmla="*/ 1555348 w 4459850"/>
              <a:gd name="connsiteY13" fmla="*/ 570628 h 4464050"/>
              <a:gd name="connsiteX14" fmla="*/ 1555348 w 4459850"/>
              <a:gd name="connsiteY14" fmla="*/ 3893320 h 4464050"/>
              <a:gd name="connsiteX15" fmla="*/ 925461 w 4459850"/>
              <a:gd name="connsiteY15" fmla="*/ 4464050 h 4464050"/>
              <a:gd name="connsiteX16" fmla="*/ 923822 w 4459850"/>
              <a:gd name="connsiteY16" fmla="*/ 4464050 h 4464050"/>
              <a:gd name="connsiteX17" fmla="*/ 923822 w 4459850"/>
              <a:gd name="connsiteY17" fmla="*/ 0 h 4464050"/>
              <a:gd name="connsiteX18" fmla="*/ 0 w 4459850"/>
              <a:gd name="connsiteY18" fmla="*/ 0 h 4464050"/>
              <a:gd name="connsiteX19" fmla="*/ 2239 w 4459850"/>
              <a:gd name="connsiteY19" fmla="*/ 0 h 4464050"/>
              <a:gd name="connsiteX20" fmla="*/ 806883 w 4459850"/>
              <a:gd name="connsiteY20" fmla="*/ 570628 h 4464050"/>
              <a:gd name="connsiteX21" fmla="*/ 806883 w 4459850"/>
              <a:gd name="connsiteY21" fmla="*/ 3893419 h 4464050"/>
              <a:gd name="connsiteX22" fmla="*/ 2234 w 4459850"/>
              <a:gd name="connsiteY22" fmla="*/ 4464050 h 4464050"/>
              <a:gd name="connsiteX23" fmla="*/ 0 w 4459850"/>
              <a:gd name="connsiteY23" fmla="*/ 4464050 h 4464050"/>
              <a:gd name="connsiteX24" fmla="*/ 0 w 4459850"/>
              <a:gd name="connsiteY24" fmla="*/ 0 h 4464050"/>
              <a:gd name="connsiteX0" fmla="*/ 3660238 w 4459850"/>
              <a:gd name="connsiteY0" fmla="*/ 389341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1672385 w 4459850"/>
              <a:gd name="connsiteY3" fmla="*/ 0 h 4464050"/>
              <a:gd name="connsiteX4" fmla="*/ 1673781 w 4459850"/>
              <a:gd name="connsiteY4" fmla="*/ 0 h 4464050"/>
              <a:gd name="connsiteX5" fmla="*/ 2175191 w 4459850"/>
              <a:gd name="connsiteY5" fmla="*/ 570628 h 4464050"/>
              <a:gd name="connsiteX6" fmla="*/ 2175191 w 4459850"/>
              <a:gd name="connsiteY6" fmla="*/ 3893320 h 4464050"/>
              <a:gd name="connsiteX7" fmla="*/ 1673690 w 4459850"/>
              <a:gd name="connsiteY7" fmla="*/ 4464050 h 4464050"/>
              <a:gd name="connsiteX8" fmla="*/ 1672385 w 4459850"/>
              <a:gd name="connsiteY8" fmla="*/ 4464050 h 4464050"/>
              <a:gd name="connsiteX9" fmla="*/ 1672385 w 4459850"/>
              <a:gd name="connsiteY9" fmla="*/ 0 h 4464050"/>
              <a:gd name="connsiteX10" fmla="*/ 923822 w 4459850"/>
              <a:gd name="connsiteY10" fmla="*/ 0 h 4464050"/>
              <a:gd name="connsiteX11" fmla="*/ 925575 w 4459850"/>
              <a:gd name="connsiteY11" fmla="*/ 0 h 4464050"/>
              <a:gd name="connsiteX12" fmla="*/ 1555348 w 4459850"/>
              <a:gd name="connsiteY12" fmla="*/ 570628 h 4464050"/>
              <a:gd name="connsiteX13" fmla="*/ 1555348 w 4459850"/>
              <a:gd name="connsiteY13" fmla="*/ 3893320 h 4464050"/>
              <a:gd name="connsiteX14" fmla="*/ 925461 w 4459850"/>
              <a:gd name="connsiteY14" fmla="*/ 4464050 h 4464050"/>
              <a:gd name="connsiteX15" fmla="*/ 923822 w 4459850"/>
              <a:gd name="connsiteY15" fmla="*/ 4464050 h 4464050"/>
              <a:gd name="connsiteX16" fmla="*/ 923822 w 4459850"/>
              <a:gd name="connsiteY16" fmla="*/ 0 h 4464050"/>
              <a:gd name="connsiteX17" fmla="*/ 0 w 4459850"/>
              <a:gd name="connsiteY17" fmla="*/ 0 h 4464050"/>
              <a:gd name="connsiteX18" fmla="*/ 2239 w 4459850"/>
              <a:gd name="connsiteY18" fmla="*/ 0 h 4464050"/>
              <a:gd name="connsiteX19" fmla="*/ 806883 w 4459850"/>
              <a:gd name="connsiteY19" fmla="*/ 570628 h 4464050"/>
              <a:gd name="connsiteX20" fmla="*/ 806883 w 4459850"/>
              <a:gd name="connsiteY20" fmla="*/ 3893419 h 4464050"/>
              <a:gd name="connsiteX21" fmla="*/ 2234 w 4459850"/>
              <a:gd name="connsiteY21" fmla="*/ 4464050 h 4464050"/>
              <a:gd name="connsiteX22" fmla="*/ 0 w 4459850"/>
              <a:gd name="connsiteY22" fmla="*/ 4464050 h 4464050"/>
              <a:gd name="connsiteX23" fmla="*/ 0 w 4459850"/>
              <a:gd name="connsiteY23" fmla="*/ 0 h 4464050"/>
              <a:gd name="connsiteX0" fmla="*/ 1672385 w 2175191"/>
              <a:gd name="connsiteY0" fmla="*/ 0 h 4464050"/>
              <a:gd name="connsiteX1" fmla="*/ 1673781 w 2175191"/>
              <a:gd name="connsiteY1" fmla="*/ 0 h 4464050"/>
              <a:gd name="connsiteX2" fmla="*/ 2175191 w 2175191"/>
              <a:gd name="connsiteY2" fmla="*/ 570628 h 4464050"/>
              <a:gd name="connsiteX3" fmla="*/ 2175191 w 2175191"/>
              <a:gd name="connsiteY3" fmla="*/ 3893320 h 4464050"/>
              <a:gd name="connsiteX4" fmla="*/ 1673690 w 2175191"/>
              <a:gd name="connsiteY4" fmla="*/ 4464050 h 4464050"/>
              <a:gd name="connsiteX5" fmla="*/ 1672385 w 2175191"/>
              <a:gd name="connsiteY5" fmla="*/ 4464050 h 4464050"/>
              <a:gd name="connsiteX6" fmla="*/ 1672385 w 2175191"/>
              <a:gd name="connsiteY6" fmla="*/ 0 h 4464050"/>
              <a:gd name="connsiteX7" fmla="*/ 923822 w 2175191"/>
              <a:gd name="connsiteY7" fmla="*/ 0 h 4464050"/>
              <a:gd name="connsiteX8" fmla="*/ 925575 w 2175191"/>
              <a:gd name="connsiteY8" fmla="*/ 0 h 4464050"/>
              <a:gd name="connsiteX9" fmla="*/ 1555348 w 2175191"/>
              <a:gd name="connsiteY9" fmla="*/ 570628 h 4464050"/>
              <a:gd name="connsiteX10" fmla="*/ 1555348 w 2175191"/>
              <a:gd name="connsiteY10" fmla="*/ 3893320 h 4464050"/>
              <a:gd name="connsiteX11" fmla="*/ 925461 w 2175191"/>
              <a:gd name="connsiteY11" fmla="*/ 4464050 h 4464050"/>
              <a:gd name="connsiteX12" fmla="*/ 923822 w 2175191"/>
              <a:gd name="connsiteY12" fmla="*/ 4464050 h 4464050"/>
              <a:gd name="connsiteX13" fmla="*/ 923822 w 2175191"/>
              <a:gd name="connsiteY13" fmla="*/ 0 h 4464050"/>
              <a:gd name="connsiteX14" fmla="*/ 0 w 2175191"/>
              <a:gd name="connsiteY14" fmla="*/ 0 h 4464050"/>
              <a:gd name="connsiteX15" fmla="*/ 2239 w 2175191"/>
              <a:gd name="connsiteY15" fmla="*/ 0 h 4464050"/>
              <a:gd name="connsiteX16" fmla="*/ 806883 w 2175191"/>
              <a:gd name="connsiteY16" fmla="*/ 570628 h 4464050"/>
              <a:gd name="connsiteX17" fmla="*/ 806883 w 2175191"/>
              <a:gd name="connsiteY17" fmla="*/ 3893419 h 4464050"/>
              <a:gd name="connsiteX18" fmla="*/ 2234 w 2175191"/>
              <a:gd name="connsiteY18" fmla="*/ 4464050 h 4464050"/>
              <a:gd name="connsiteX19" fmla="*/ 0 w 2175191"/>
              <a:gd name="connsiteY19" fmla="*/ 4464050 h 4464050"/>
              <a:gd name="connsiteX20" fmla="*/ 0 w 2175191"/>
              <a:gd name="connsiteY20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75191" h="4464050">
                <a:moveTo>
                  <a:pt x="1672385" y="0"/>
                </a:moveTo>
                <a:lnTo>
                  <a:pt x="1673781" y="0"/>
                </a:lnTo>
                <a:lnTo>
                  <a:pt x="2175191" y="570628"/>
                </a:lnTo>
                <a:lnTo>
                  <a:pt x="2175191" y="3893320"/>
                </a:lnTo>
                <a:lnTo>
                  <a:pt x="1673690" y="4464050"/>
                </a:lnTo>
                <a:lnTo>
                  <a:pt x="1672385" y="4464050"/>
                </a:lnTo>
                <a:lnTo>
                  <a:pt x="1672385" y="0"/>
                </a:lnTo>
                <a:close/>
                <a:moveTo>
                  <a:pt x="923822" y="0"/>
                </a:moveTo>
                <a:lnTo>
                  <a:pt x="925575" y="0"/>
                </a:lnTo>
                <a:lnTo>
                  <a:pt x="1555348" y="570628"/>
                </a:lnTo>
                <a:lnTo>
                  <a:pt x="1555348" y="3893320"/>
                </a:lnTo>
                <a:lnTo>
                  <a:pt x="925461" y="4464050"/>
                </a:lnTo>
                <a:lnTo>
                  <a:pt x="923822" y="4464050"/>
                </a:lnTo>
                <a:lnTo>
                  <a:pt x="923822" y="0"/>
                </a:lnTo>
                <a:close/>
                <a:moveTo>
                  <a:pt x="0" y="0"/>
                </a:moveTo>
                <a:lnTo>
                  <a:pt x="2239" y="0"/>
                </a:lnTo>
                <a:lnTo>
                  <a:pt x="806883" y="570628"/>
                </a:lnTo>
                <a:lnTo>
                  <a:pt x="806883" y="3893419"/>
                </a:lnTo>
                <a:lnTo>
                  <a:pt x="2234" y="4464050"/>
                </a:lnTo>
                <a:lnTo>
                  <a:pt x="0" y="446405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EA08848A-32AA-5215-1379-D5F1D5B635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315959A-6D41-75B2-F907-9523703EC4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82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29">
            <a:extLst>
              <a:ext uri="{FF2B5EF4-FFF2-40B4-BE49-F238E27FC236}">
                <a16:creationId xmlns:a16="http://schemas.microsoft.com/office/drawing/2014/main" id="{CB11B69D-F8A0-EBDF-8FDF-F6C59FB328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09628" y="411164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162FE58C-01D8-66F8-BE7C-FC85A10D21A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15926" y="824441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Picture Placeholder 29">
            <a:extLst>
              <a:ext uri="{FF2B5EF4-FFF2-40B4-BE49-F238E27FC236}">
                <a16:creationId xmlns:a16="http://schemas.microsoft.com/office/drawing/2014/main" id="{6557B76C-2C46-F1C3-C076-3C704E6244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22224" y="1237718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47D551-215C-3522-32F8-C9D8DCC05F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C60B90B-B1EA-D884-1697-854FD7962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317773E-9DC2-0DDE-8426-7A2128B287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367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33D8557-708A-63F8-E3F0-46300F55EE9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81746" y="411163"/>
            <a:ext cx="3230454" cy="3889376"/>
          </a:xfrm>
          <a:custGeom>
            <a:avLst/>
            <a:gdLst>
              <a:gd name="connsiteX0" fmla="*/ 1287193 w 3289788"/>
              <a:gd name="connsiteY0" fmla="*/ 0 h 3960812"/>
              <a:gd name="connsiteX1" fmla="*/ 3289788 w 3289788"/>
              <a:gd name="connsiteY1" fmla="*/ 0 h 3960812"/>
              <a:gd name="connsiteX2" fmla="*/ 3289788 w 3289788"/>
              <a:gd name="connsiteY2" fmla="*/ 2670127 h 3960812"/>
              <a:gd name="connsiteX3" fmla="*/ 3032351 w 3289788"/>
              <a:gd name="connsiteY3" fmla="*/ 2670127 h 3960812"/>
              <a:gd name="connsiteX4" fmla="*/ 3032351 w 3289788"/>
              <a:gd name="connsiteY4" fmla="*/ 2928264 h 3960812"/>
              <a:gd name="connsiteX5" fmla="*/ 2774912 w 3289788"/>
              <a:gd name="connsiteY5" fmla="*/ 2928264 h 3960812"/>
              <a:gd name="connsiteX6" fmla="*/ 2774912 w 3289788"/>
              <a:gd name="connsiteY6" fmla="*/ 3186401 h 3960812"/>
              <a:gd name="connsiteX7" fmla="*/ 2517473 w 3289788"/>
              <a:gd name="connsiteY7" fmla="*/ 3186401 h 3960812"/>
              <a:gd name="connsiteX8" fmla="*/ 2517473 w 3289788"/>
              <a:gd name="connsiteY8" fmla="*/ 3444538 h 3960812"/>
              <a:gd name="connsiteX9" fmla="*/ 2260034 w 3289788"/>
              <a:gd name="connsiteY9" fmla="*/ 3444538 h 3960812"/>
              <a:gd name="connsiteX10" fmla="*/ 2260034 w 3289788"/>
              <a:gd name="connsiteY10" fmla="*/ 3702675 h 3960812"/>
              <a:gd name="connsiteX11" fmla="*/ 2002595 w 3289788"/>
              <a:gd name="connsiteY11" fmla="*/ 3702675 h 3960812"/>
              <a:gd name="connsiteX12" fmla="*/ 2002595 w 3289788"/>
              <a:gd name="connsiteY12" fmla="*/ 3960812 h 3960812"/>
              <a:gd name="connsiteX13" fmla="*/ 0 w 3289788"/>
              <a:gd name="connsiteY13" fmla="*/ 3960812 h 3960812"/>
              <a:gd name="connsiteX14" fmla="*/ 0 w 3289788"/>
              <a:gd name="connsiteY14" fmla="*/ 1290685 h 3960812"/>
              <a:gd name="connsiteX15" fmla="*/ 257439 w 3289788"/>
              <a:gd name="connsiteY15" fmla="*/ 1290685 h 3960812"/>
              <a:gd name="connsiteX16" fmla="*/ 257439 w 3289788"/>
              <a:gd name="connsiteY16" fmla="*/ 1032548 h 3960812"/>
              <a:gd name="connsiteX17" fmla="*/ 514878 w 3289788"/>
              <a:gd name="connsiteY17" fmla="*/ 1032548 h 3960812"/>
              <a:gd name="connsiteX18" fmla="*/ 514878 w 3289788"/>
              <a:gd name="connsiteY18" fmla="*/ 774411 h 3960812"/>
              <a:gd name="connsiteX19" fmla="*/ 772317 w 3289788"/>
              <a:gd name="connsiteY19" fmla="*/ 774411 h 3960812"/>
              <a:gd name="connsiteX20" fmla="*/ 772317 w 3289788"/>
              <a:gd name="connsiteY20" fmla="*/ 516274 h 3960812"/>
              <a:gd name="connsiteX21" fmla="*/ 1029756 w 3289788"/>
              <a:gd name="connsiteY21" fmla="*/ 516274 h 3960812"/>
              <a:gd name="connsiteX22" fmla="*/ 1029756 w 3289788"/>
              <a:gd name="connsiteY22" fmla="*/ 258137 h 3960812"/>
              <a:gd name="connsiteX23" fmla="*/ 1287193 w 3289788"/>
              <a:gd name="connsiteY23" fmla="*/ 258137 h 3960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289788" h="3960812">
                <a:moveTo>
                  <a:pt x="1287193" y="0"/>
                </a:moveTo>
                <a:lnTo>
                  <a:pt x="3289788" y="0"/>
                </a:lnTo>
                <a:lnTo>
                  <a:pt x="3289788" y="2670127"/>
                </a:lnTo>
                <a:lnTo>
                  <a:pt x="3032351" y="2670127"/>
                </a:lnTo>
                <a:lnTo>
                  <a:pt x="3032351" y="2928264"/>
                </a:lnTo>
                <a:lnTo>
                  <a:pt x="2774912" y="2928264"/>
                </a:lnTo>
                <a:lnTo>
                  <a:pt x="2774912" y="3186401"/>
                </a:lnTo>
                <a:lnTo>
                  <a:pt x="2517473" y="3186401"/>
                </a:lnTo>
                <a:lnTo>
                  <a:pt x="2517473" y="3444538"/>
                </a:lnTo>
                <a:lnTo>
                  <a:pt x="2260034" y="3444538"/>
                </a:lnTo>
                <a:lnTo>
                  <a:pt x="2260034" y="3702675"/>
                </a:lnTo>
                <a:lnTo>
                  <a:pt x="2002595" y="3702675"/>
                </a:lnTo>
                <a:lnTo>
                  <a:pt x="2002595" y="3960812"/>
                </a:lnTo>
                <a:lnTo>
                  <a:pt x="0" y="3960812"/>
                </a:lnTo>
                <a:lnTo>
                  <a:pt x="0" y="1290685"/>
                </a:lnTo>
                <a:lnTo>
                  <a:pt x="257439" y="1290685"/>
                </a:lnTo>
                <a:lnTo>
                  <a:pt x="257439" y="1032548"/>
                </a:lnTo>
                <a:lnTo>
                  <a:pt x="514878" y="1032548"/>
                </a:lnTo>
                <a:lnTo>
                  <a:pt x="514878" y="774411"/>
                </a:lnTo>
                <a:lnTo>
                  <a:pt x="772317" y="774411"/>
                </a:lnTo>
                <a:lnTo>
                  <a:pt x="772317" y="516274"/>
                </a:lnTo>
                <a:lnTo>
                  <a:pt x="1029756" y="516274"/>
                </a:lnTo>
                <a:lnTo>
                  <a:pt x="1029756" y="258137"/>
                </a:lnTo>
                <a:lnTo>
                  <a:pt x="1287193" y="258137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 dirty="0"/>
              <a:t>Insert picture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58931E8-9625-77F8-7BBF-076FE66C8C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AFF18602-C0CC-DEAB-604A-C0482E2C18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2506722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94" userDrawn="1">
          <p15:clr>
            <a:srgbClr val="547EBF"/>
          </p15:clr>
        </p15:guide>
        <p15:guide id="3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48">
            <a:extLst>
              <a:ext uri="{FF2B5EF4-FFF2-40B4-BE49-F238E27FC236}">
                <a16:creationId xmlns:a16="http://schemas.microsoft.com/office/drawing/2014/main" id="{A7551421-354E-1441-AEFF-FA5F95FCD9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35426" y="626385"/>
            <a:ext cx="3770985" cy="3709078"/>
          </a:xfrm>
          <a:custGeom>
            <a:avLst/>
            <a:gdLst>
              <a:gd name="connsiteX0" fmla="*/ 446456 w 3478814"/>
              <a:gd name="connsiteY0" fmla="*/ 2633052 h 3421704"/>
              <a:gd name="connsiteX1" fmla="*/ 3033202 w 3478814"/>
              <a:gd name="connsiteY1" fmla="*/ 2633052 h 3421704"/>
              <a:gd name="connsiteX2" fmla="*/ 3478814 w 3478814"/>
              <a:gd name="connsiteY2" fmla="*/ 3421704 h 3421704"/>
              <a:gd name="connsiteX3" fmla="*/ 0 w 3478814"/>
              <a:gd name="connsiteY3" fmla="*/ 3421704 h 3421704"/>
              <a:gd name="connsiteX4" fmla="*/ 446456 w 3478814"/>
              <a:gd name="connsiteY4" fmla="*/ 1755087 h 3421704"/>
              <a:gd name="connsiteX5" fmla="*/ 3033202 w 3478814"/>
              <a:gd name="connsiteY5" fmla="*/ 1755087 h 3421704"/>
              <a:gd name="connsiteX6" fmla="*/ 3478814 w 3478814"/>
              <a:gd name="connsiteY6" fmla="*/ 2543739 h 3421704"/>
              <a:gd name="connsiteX7" fmla="*/ 0 w 3478814"/>
              <a:gd name="connsiteY7" fmla="*/ 2543739 h 3421704"/>
              <a:gd name="connsiteX8" fmla="*/ 446456 w 3478814"/>
              <a:gd name="connsiteY8" fmla="*/ 877965 h 3421704"/>
              <a:gd name="connsiteX9" fmla="*/ 3033202 w 3478814"/>
              <a:gd name="connsiteY9" fmla="*/ 877965 h 3421704"/>
              <a:gd name="connsiteX10" fmla="*/ 3478814 w 3478814"/>
              <a:gd name="connsiteY10" fmla="*/ 1666617 h 3421704"/>
              <a:gd name="connsiteX11" fmla="*/ 0 w 3478814"/>
              <a:gd name="connsiteY11" fmla="*/ 1666617 h 3421704"/>
              <a:gd name="connsiteX12" fmla="*/ 446456 w 3478814"/>
              <a:gd name="connsiteY12" fmla="*/ 0 h 3421704"/>
              <a:gd name="connsiteX13" fmla="*/ 3033202 w 3478814"/>
              <a:gd name="connsiteY13" fmla="*/ 0 h 3421704"/>
              <a:gd name="connsiteX14" fmla="*/ 3478814 w 3478814"/>
              <a:gd name="connsiteY14" fmla="*/ 788652 h 3421704"/>
              <a:gd name="connsiteX15" fmla="*/ 0 w 3478814"/>
              <a:gd name="connsiteY15" fmla="*/ 788652 h 342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78814" h="3421704">
                <a:moveTo>
                  <a:pt x="446456" y="2633052"/>
                </a:moveTo>
                <a:lnTo>
                  <a:pt x="3033202" y="2633052"/>
                </a:lnTo>
                <a:lnTo>
                  <a:pt x="3478814" y="3421704"/>
                </a:lnTo>
                <a:lnTo>
                  <a:pt x="0" y="3421704"/>
                </a:lnTo>
                <a:close/>
                <a:moveTo>
                  <a:pt x="446456" y="1755087"/>
                </a:moveTo>
                <a:lnTo>
                  <a:pt x="3033202" y="1755087"/>
                </a:lnTo>
                <a:lnTo>
                  <a:pt x="3478814" y="2543739"/>
                </a:lnTo>
                <a:lnTo>
                  <a:pt x="0" y="2543739"/>
                </a:lnTo>
                <a:close/>
                <a:moveTo>
                  <a:pt x="446456" y="877965"/>
                </a:moveTo>
                <a:lnTo>
                  <a:pt x="3033202" y="877965"/>
                </a:lnTo>
                <a:lnTo>
                  <a:pt x="3478814" y="1666617"/>
                </a:lnTo>
                <a:lnTo>
                  <a:pt x="0" y="1666617"/>
                </a:lnTo>
                <a:close/>
                <a:moveTo>
                  <a:pt x="446456" y="0"/>
                </a:moveTo>
                <a:lnTo>
                  <a:pt x="3033202" y="0"/>
                </a:lnTo>
                <a:lnTo>
                  <a:pt x="3478814" y="788652"/>
                </a:lnTo>
                <a:lnTo>
                  <a:pt x="0" y="788652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ED9150D-1613-F146-E32A-0CB05393DF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61FEFB0-A0DD-BCE6-0E0C-830C211F72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360845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822" userDrawn="1">
          <p15:clr>
            <a:srgbClr val="547EBF"/>
          </p15:clr>
        </p15:guide>
        <p15:guide id="3" orient="horz" pos="3094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94ACFC5-D53C-B324-758C-416E26F66A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BEBE85F-A358-B01B-88EF-D386E2EB1D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832CE03-DD4B-BB32-F419-CB985C55342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9200" y="428624"/>
            <a:ext cx="3676950" cy="3929296"/>
          </a:xfrm>
          <a:custGeom>
            <a:avLst/>
            <a:gdLst>
              <a:gd name="connsiteX0" fmla="*/ 2149626 w 2778316"/>
              <a:gd name="connsiteY0" fmla="*/ 0 h 2968989"/>
              <a:gd name="connsiteX1" fmla="*/ 2778316 w 2778316"/>
              <a:gd name="connsiteY1" fmla="*/ 380335 h 2968989"/>
              <a:gd name="connsiteX2" fmla="*/ 2778316 w 2778316"/>
              <a:gd name="connsiteY2" fmla="*/ 2588653 h 2968989"/>
              <a:gd name="connsiteX3" fmla="*/ 2149626 w 2778316"/>
              <a:gd name="connsiteY3" fmla="*/ 2968989 h 2968989"/>
              <a:gd name="connsiteX4" fmla="*/ 0 w 2778316"/>
              <a:gd name="connsiteY4" fmla="*/ 0 h 2968989"/>
              <a:gd name="connsiteX5" fmla="*/ 628669 w 2778316"/>
              <a:gd name="connsiteY5" fmla="*/ 380335 h 2968989"/>
              <a:gd name="connsiteX6" fmla="*/ 628669 w 2778316"/>
              <a:gd name="connsiteY6" fmla="*/ 2588653 h 2968989"/>
              <a:gd name="connsiteX7" fmla="*/ 0 w 2778316"/>
              <a:gd name="connsiteY7" fmla="*/ 2968989 h 2968989"/>
              <a:gd name="connsiteX8" fmla="*/ 1426322 w 2778316"/>
              <a:gd name="connsiteY8" fmla="*/ 0 h 2968989"/>
              <a:gd name="connsiteX9" fmla="*/ 2075280 w 2778316"/>
              <a:gd name="connsiteY9" fmla="*/ 380335 h 2968989"/>
              <a:gd name="connsiteX10" fmla="*/ 2075280 w 2778316"/>
              <a:gd name="connsiteY10" fmla="*/ 2588653 h 2968989"/>
              <a:gd name="connsiteX11" fmla="*/ 1426322 w 2778316"/>
              <a:gd name="connsiteY11" fmla="*/ 2968989 h 2968989"/>
              <a:gd name="connsiteX12" fmla="*/ 703016 w 2778316"/>
              <a:gd name="connsiteY12" fmla="*/ 0 h 2968989"/>
              <a:gd name="connsiteX13" fmla="*/ 1351975 w 2778316"/>
              <a:gd name="connsiteY13" fmla="*/ 380335 h 2968989"/>
              <a:gd name="connsiteX14" fmla="*/ 1351975 w 2778316"/>
              <a:gd name="connsiteY14" fmla="*/ 2588653 h 2968989"/>
              <a:gd name="connsiteX15" fmla="*/ 703016 w 2778316"/>
              <a:gd name="connsiteY15" fmla="*/ 2968989 h 2968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78316" h="2968989">
                <a:moveTo>
                  <a:pt x="2149626" y="0"/>
                </a:moveTo>
                <a:lnTo>
                  <a:pt x="2778316" y="380335"/>
                </a:lnTo>
                <a:lnTo>
                  <a:pt x="2778316" y="2588653"/>
                </a:lnTo>
                <a:lnTo>
                  <a:pt x="2149626" y="2968989"/>
                </a:lnTo>
                <a:close/>
                <a:moveTo>
                  <a:pt x="0" y="0"/>
                </a:moveTo>
                <a:lnTo>
                  <a:pt x="628669" y="380335"/>
                </a:lnTo>
                <a:lnTo>
                  <a:pt x="628669" y="2588653"/>
                </a:lnTo>
                <a:lnTo>
                  <a:pt x="0" y="2968989"/>
                </a:lnTo>
                <a:close/>
                <a:moveTo>
                  <a:pt x="1426322" y="0"/>
                </a:moveTo>
                <a:lnTo>
                  <a:pt x="2075280" y="380335"/>
                </a:lnTo>
                <a:lnTo>
                  <a:pt x="2075280" y="2588653"/>
                </a:lnTo>
                <a:lnTo>
                  <a:pt x="1426322" y="2968989"/>
                </a:lnTo>
                <a:close/>
                <a:moveTo>
                  <a:pt x="703016" y="0"/>
                </a:moveTo>
                <a:lnTo>
                  <a:pt x="1351975" y="380335"/>
                </a:lnTo>
                <a:lnTo>
                  <a:pt x="1351975" y="2588653"/>
                </a:lnTo>
                <a:lnTo>
                  <a:pt x="703016" y="2968989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107240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94" userDrawn="1">
          <p15:clr>
            <a:srgbClr val="547EBF"/>
          </p15:clr>
        </p15:guide>
        <p15:guide id="3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704107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704107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2357A365-B981-CBBC-D4A8-737E6786D8F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00442" y="428625"/>
            <a:ext cx="190570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446405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0" fmla="*/ 4457616 w 4457616"/>
              <a:gd name="connsiteY0" fmla="*/ 3569 h 4464050"/>
              <a:gd name="connsiteX1" fmla="*/ 4457616 w 4457616"/>
              <a:gd name="connsiteY1" fmla="*/ 4460478 h 4464050"/>
              <a:gd name="connsiteX2" fmla="*/ 3658004 w 4457616"/>
              <a:gd name="connsiteY2" fmla="*/ 3893419 h 4464050"/>
              <a:gd name="connsiteX3" fmla="*/ 3658004 w 4457616"/>
              <a:gd name="connsiteY3" fmla="*/ 570628 h 4464050"/>
              <a:gd name="connsiteX4" fmla="*/ 4457616 w 4457616"/>
              <a:gd name="connsiteY4" fmla="*/ 3569 h 4464050"/>
              <a:gd name="connsiteX5" fmla="*/ 3539413 w 4457616"/>
              <a:gd name="connsiteY5" fmla="*/ 0 h 4464050"/>
              <a:gd name="connsiteX6" fmla="*/ 3541165 w 4457616"/>
              <a:gd name="connsiteY6" fmla="*/ 0 h 4464050"/>
              <a:gd name="connsiteX7" fmla="*/ 3541165 w 4457616"/>
              <a:gd name="connsiteY7" fmla="*/ 4464050 h 4464050"/>
              <a:gd name="connsiteX8" fmla="*/ 3539416 w 4457616"/>
              <a:gd name="connsiteY8" fmla="*/ 4464050 h 4464050"/>
              <a:gd name="connsiteX9" fmla="*/ 2909638 w 4457616"/>
              <a:gd name="connsiteY9" fmla="*/ 3893419 h 4464050"/>
              <a:gd name="connsiteX10" fmla="*/ 2909638 w 4457616"/>
              <a:gd name="connsiteY10" fmla="*/ 570628 h 4464050"/>
              <a:gd name="connsiteX11" fmla="*/ 3539413 w 4457616"/>
              <a:gd name="connsiteY11" fmla="*/ 0 h 4464050"/>
              <a:gd name="connsiteX12" fmla="*/ 2791206 w 4457616"/>
              <a:gd name="connsiteY12" fmla="*/ 0 h 4464050"/>
              <a:gd name="connsiteX13" fmla="*/ 2792601 w 4457616"/>
              <a:gd name="connsiteY13" fmla="*/ 0 h 4464050"/>
              <a:gd name="connsiteX14" fmla="*/ 2792601 w 4457616"/>
              <a:gd name="connsiteY14" fmla="*/ 4464050 h 4464050"/>
              <a:gd name="connsiteX15" fmla="*/ 2791209 w 4457616"/>
              <a:gd name="connsiteY15" fmla="*/ 4464050 h 4464050"/>
              <a:gd name="connsiteX16" fmla="*/ 2289796 w 4457616"/>
              <a:gd name="connsiteY16" fmla="*/ 3893419 h 4464050"/>
              <a:gd name="connsiteX17" fmla="*/ 2289796 w 4457616"/>
              <a:gd name="connsiteY17" fmla="*/ 570628 h 4464050"/>
              <a:gd name="connsiteX18" fmla="*/ 2791206 w 4457616"/>
              <a:gd name="connsiteY18" fmla="*/ 0 h 4464050"/>
              <a:gd name="connsiteX19" fmla="*/ 1670151 w 4457616"/>
              <a:gd name="connsiteY19" fmla="*/ 0 h 4464050"/>
              <a:gd name="connsiteX20" fmla="*/ 1671547 w 4457616"/>
              <a:gd name="connsiteY20" fmla="*/ 0 h 4464050"/>
              <a:gd name="connsiteX21" fmla="*/ 2172957 w 4457616"/>
              <a:gd name="connsiteY21" fmla="*/ 570628 h 4464050"/>
              <a:gd name="connsiteX22" fmla="*/ 2172957 w 4457616"/>
              <a:gd name="connsiteY22" fmla="*/ 3893320 h 4464050"/>
              <a:gd name="connsiteX23" fmla="*/ 1671456 w 4457616"/>
              <a:gd name="connsiteY23" fmla="*/ 4464050 h 4464050"/>
              <a:gd name="connsiteX24" fmla="*/ 1670151 w 4457616"/>
              <a:gd name="connsiteY24" fmla="*/ 4464050 h 4464050"/>
              <a:gd name="connsiteX25" fmla="*/ 1670151 w 4457616"/>
              <a:gd name="connsiteY25" fmla="*/ 0 h 4464050"/>
              <a:gd name="connsiteX26" fmla="*/ 921588 w 4457616"/>
              <a:gd name="connsiteY26" fmla="*/ 0 h 4464050"/>
              <a:gd name="connsiteX27" fmla="*/ 923341 w 4457616"/>
              <a:gd name="connsiteY27" fmla="*/ 0 h 4464050"/>
              <a:gd name="connsiteX28" fmla="*/ 1553114 w 4457616"/>
              <a:gd name="connsiteY28" fmla="*/ 570628 h 4464050"/>
              <a:gd name="connsiteX29" fmla="*/ 1553114 w 4457616"/>
              <a:gd name="connsiteY29" fmla="*/ 3893320 h 4464050"/>
              <a:gd name="connsiteX30" fmla="*/ 923227 w 4457616"/>
              <a:gd name="connsiteY30" fmla="*/ 4464050 h 4464050"/>
              <a:gd name="connsiteX31" fmla="*/ 921588 w 4457616"/>
              <a:gd name="connsiteY31" fmla="*/ 4464050 h 4464050"/>
              <a:gd name="connsiteX32" fmla="*/ 921588 w 4457616"/>
              <a:gd name="connsiteY32" fmla="*/ 0 h 4464050"/>
              <a:gd name="connsiteX33" fmla="*/ 0 w 4457616"/>
              <a:gd name="connsiteY33" fmla="*/ 4464050 h 4464050"/>
              <a:gd name="connsiteX34" fmla="*/ 5 w 4457616"/>
              <a:gd name="connsiteY34" fmla="*/ 0 h 4464050"/>
              <a:gd name="connsiteX35" fmla="*/ 804649 w 4457616"/>
              <a:gd name="connsiteY35" fmla="*/ 3893419 h 4464050"/>
              <a:gd name="connsiteX36" fmla="*/ 0 w 4457616"/>
              <a:gd name="connsiteY36" fmla="*/ 4464050 h 4464050"/>
              <a:gd name="connsiteX0" fmla="*/ 4457611 w 4457611"/>
              <a:gd name="connsiteY0" fmla="*/ 3569 h 4464050"/>
              <a:gd name="connsiteX1" fmla="*/ 4457611 w 4457611"/>
              <a:gd name="connsiteY1" fmla="*/ 4460478 h 4464050"/>
              <a:gd name="connsiteX2" fmla="*/ 3657999 w 4457611"/>
              <a:gd name="connsiteY2" fmla="*/ 3893419 h 4464050"/>
              <a:gd name="connsiteX3" fmla="*/ 3657999 w 4457611"/>
              <a:gd name="connsiteY3" fmla="*/ 570628 h 4464050"/>
              <a:gd name="connsiteX4" fmla="*/ 4457611 w 4457611"/>
              <a:gd name="connsiteY4" fmla="*/ 3569 h 4464050"/>
              <a:gd name="connsiteX5" fmla="*/ 3539408 w 4457611"/>
              <a:gd name="connsiteY5" fmla="*/ 0 h 4464050"/>
              <a:gd name="connsiteX6" fmla="*/ 3541160 w 4457611"/>
              <a:gd name="connsiteY6" fmla="*/ 0 h 4464050"/>
              <a:gd name="connsiteX7" fmla="*/ 3541160 w 4457611"/>
              <a:gd name="connsiteY7" fmla="*/ 4464050 h 4464050"/>
              <a:gd name="connsiteX8" fmla="*/ 3539411 w 4457611"/>
              <a:gd name="connsiteY8" fmla="*/ 4464050 h 4464050"/>
              <a:gd name="connsiteX9" fmla="*/ 2909633 w 4457611"/>
              <a:gd name="connsiteY9" fmla="*/ 3893419 h 4464050"/>
              <a:gd name="connsiteX10" fmla="*/ 2909633 w 4457611"/>
              <a:gd name="connsiteY10" fmla="*/ 570628 h 4464050"/>
              <a:gd name="connsiteX11" fmla="*/ 3539408 w 4457611"/>
              <a:gd name="connsiteY11" fmla="*/ 0 h 4464050"/>
              <a:gd name="connsiteX12" fmla="*/ 2791201 w 4457611"/>
              <a:gd name="connsiteY12" fmla="*/ 0 h 4464050"/>
              <a:gd name="connsiteX13" fmla="*/ 2792596 w 4457611"/>
              <a:gd name="connsiteY13" fmla="*/ 0 h 4464050"/>
              <a:gd name="connsiteX14" fmla="*/ 2792596 w 4457611"/>
              <a:gd name="connsiteY14" fmla="*/ 4464050 h 4464050"/>
              <a:gd name="connsiteX15" fmla="*/ 2791204 w 4457611"/>
              <a:gd name="connsiteY15" fmla="*/ 4464050 h 4464050"/>
              <a:gd name="connsiteX16" fmla="*/ 2289791 w 4457611"/>
              <a:gd name="connsiteY16" fmla="*/ 3893419 h 4464050"/>
              <a:gd name="connsiteX17" fmla="*/ 2289791 w 4457611"/>
              <a:gd name="connsiteY17" fmla="*/ 570628 h 4464050"/>
              <a:gd name="connsiteX18" fmla="*/ 2791201 w 4457611"/>
              <a:gd name="connsiteY18" fmla="*/ 0 h 4464050"/>
              <a:gd name="connsiteX19" fmla="*/ 1670146 w 4457611"/>
              <a:gd name="connsiteY19" fmla="*/ 0 h 4464050"/>
              <a:gd name="connsiteX20" fmla="*/ 1671542 w 4457611"/>
              <a:gd name="connsiteY20" fmla="*/ 0 h 4464050"/>
              <a:gd name="connsiteX21" fmla="*/ 2172952 w 4457611"/>
              <a:gd name="connsiteY21" fmla="*/ 570628 h 4464050"/>
              <a:gd name="connsiteX22" fmla="*/ 2172952 w 4457611"/>
              <a:gd name="connsiteY22" fmla="*/ 3893320 h 4464050"/>
              <a:gd name="connsiteX23" fmla="*/ 1671451 w 4457611"/>
              <a:gd name="connsiteY23" fmla="*/ 4464050 h 4464050"/>
              <a:gd name="connsiteX24" fmla="*/ 1670146 w 4457611"/>
              <a:gd name="connsiteY24" fmla="*/ 4464050 h 4464050"/>
              <a:gd name="connsiteX25" fmla="*/ 1670146 w 4457611"/>
              <a:gd name="connsiteY25" fmla="*/ 0 h 4464050"/>
              <a:gd name="connsiteX26" fmla="*/ 921583 w 4457611"/>
              <a:gd name="connsiteY26" fmla="*/ 0 h 4464050"/>
              <a:gd name="connsiteX27" fmla="*/ 923336 w 4457611"/>
              <a:gd name="connsiteY27" fmla="*/ 0 h 4464050"/>
              <a:gd name="connsiteX28" fmla="*/ 1553109 w 4457611"/>
              <a:gd name="connsiteY28" fmla="*/ 570628 h 4464050"/>
              <a:gd name="connsiteX29" fmla="*/ 1553109 w 4457611"/>
              <a:gd name="connsiteY29" fmla="*/ 3893320 h 4464050"/>
              <a:gd name="connsiteX30" fmla="*/ 923222 w 4457611"/>
              <a:gd name="connsiteY30" fmla="*/ 4464050 h 4464050"/>
              <a:gd name="connsiteX31" fmla="*/ 921583 w 4457611"/>
              <a:gd name="connsiteY31" fmla="*/ 4464050 h 4464050"/>
              <a:gd name="connsiteX32" fmla="*/ 921583 w 4457611"/>
              <a:gd name="connsiteY32" fmla="*/ 0 h 4464050"/>
              <a:gd name="connsiteX33" fmla="*/ 804644 w 4457611"/>
              <a:gd name="connsiteY33" fmla="*/ 3893419 h 4464050"/>
              <a:gd name="connsiteX34" fmla="*/ 0 w 4457611"/>
              <a:gd name="connsiteY34" fmla="*/ 0 h 4464050"/>
              <a:gd name="connsiteX35" fmla="*/ 804644 w 4457611"/>
              <a:gd name="connsiteY35" fmla="*/ 3893419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32" fmla="*/ 0 w 3536028"/>
              <a:gd name="connsiteY32" fmla="*/ 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3893320 h 4464050"/>
              <a:gd name="connsiteX29" fmla="*/ 1639 w 3536028"/>
              <a:gd name="connsiteY29" fmla="*/ 4464050 h 4464050"/>
              <a:gd name="connsiteX30" fmla="*/ 0 w 3536028"/>
              <a:gd name="connsiteY30" fmla="*/ 4464050 h 4464050"/>
              <a:gd name="connsiteX0" fmla="*/ 3563155 w 3563155"/>
              <a:gd name="connsiteY0" fmla="*/ 3569 h 4464050"/>
              <a:gd name="connsiteX1" fmla="*/ 3563155 w 3563155"/>
              <a:gd name="connsiteY1" fmla="*/ 4460478 h 4464050"/>
              <a:gd name="connsiteX2" fmla="*/ 2763543 w 3563155"/>
              <a:gd name="connsiteY2" fmla="*/ 3893419 h 4464050"/>
              <a:gd name="connsiteX3" fmla="*/ 2763543 w 3563155"/>
              <a:gd name="connsiteY3" fmla="*/ 570628 h 4464050"/>
              <a:gd name="connsiteX4" fmla="*/ 3563155 w 3563155"/>
              <a:gd name="connsiteY4" fmla="*/ 3569 h 4464050"/>
              <a:gd name="connsiteX5" fmla="*/ 2644952 w 3563155"/>
              <a:gd name="connsiteY5" fmla="*/ 0 h 4464050"/>
              <a:gd name="connsiteX6" fmla="*/ 2646704 w 3563155"/>
              <a:gd name="connsiteY6" fmla="*/ 0 h 4464050"/>
              <a:gd name="connsiteX7" fmla="*/ 2646704 w 3563155"/>
              <a:gd name="connsiteY7" fmla="*/ 4464050 h 4464050"/>
              <a:gd name="connsiteX8" fmla="*/ 2644955 w 3563155"/>
              <a:gd name="connsiteY8" fmla="*/ 4464050 h 4464050"/>
              <a:gd name="connsiteX9" fmla="*/ 2015177 w 3563155"/>
              <a:gd name="connsiteY9" fmla="*/ 3893419 h 4464050"/>
              <a:gd name="connsiteX10" fmla="*/ 2015177 w 3563155"/>
              <a:gd name="connsiteY10" fmla="*/ 570628 h 4464050"/>
              <a:gd name="connsiteX11" fmla="*/ 2644952 w 3563155"/>
              <a:gd name="connsiteY11" fmla="*/ 0 h 4464050"/>
              <a:gd name="connsiteX12" fmla="*/ 1896745 w 3563155"/>
              <a:gd name="connsiteY12" fmla="*/ 0 h 4464050"/>
              <a:gd name="connsiteX13" fmla="*/ 1898140 w 3563155"/>
              <a:gd name="connsiteY13" fmla="*/ 0 h 4464050"/>
              <a:gd name="connsiteX14" fmla="*/ 1898140 w 3563155"/>
              <a:gd name="connsiteY14" fmla="*/ 4464050 h 4464050"/>
              <a:gd name="connsiteX15" fmla="*/ 1896748 w 3563155"/>
              <a:gd name="connsiteY15" fmla="*/ 4464050 h 4464050"/>
              <a:gd name="connsiteX16" fmla="*/ 1395335 w 3563155"/>
              <a:gd name="connsiteY16" fmla="*/ 3893419 h 4464050"/>
              <a:gd name="connsiteX17" fmla="*/ 1395335 w 3563155"/>
              <a:gd name="connsiteY17" fmla="*/ 570628 h 4464050"/>
              <a:gd name="connsiteX18" fmla="*/ 1896745 w 3563155"/>
              <a:gd name="connsiteY18" fmla="*/ 0 h 4464050"/>
              <a:gd name="connsiteX19" fmla="*/ 775690 w 3563155"/>
              <a:gd name="connsiteY19" fmla="*/ 0 h 4464050"/>
              <a:gd name="connsiteX20" fmla="*/ 777086 w 3563155"/>
              <a:gd name="connsiteY20" fmla="*/ 0 h 4464050"/>
              <a:gd name="connsiteX21" fmla="*/ 1278496 w 3563155"/>
              <a:gd name="connsiteY21" fmla="*/ 570628 h 4464050"/>
              <a:gd name="connsiteX22" fmla="*/ 1278496 w 3563155"/>
              <a:gd name="connsiteY22" fmla="*/ 3893320 h 4464050"/>
              <a:gd name="connsiteX23" fmla="*/ 776995 w 3563155"/>
              <a:gd name="connsiteY23" fmla="*/ 4464050 h 4464050"/>
              <a:gd name="connsiteX24" fmla="*/ 775690 w 3563155"/>
              <a:gd name="connsiteY24" fmla="*/ 4464050 h 4464050"/>
              <a:gd name="connsiteX25" fmla="*/ 775690 w 3563155"/>
              <a:gd name="connsiteY25" fmla="*/ 0 h 4464050"/>
              <a:gd name="connsiteX26" fmla="*/ 27127 w 3563155"/>
              <a:gd name="connsiteY26" fmla="*/ 4464050 h 4464050"/>
              <a:gd name="connsiteX27" fmla="*/ 8 w 3563155"/>
              <a:gd name="connsiteY27" fmla="*/ 28872 h 4464050"/>
              <a:gd name="connsiteX28" fmla="*/ 658653 w 3563155"/>
              <a:gd name="connsiteY28" fmla="*/ 3893320 h 4464050"/>
              <a:gd name="connsiteX29" fmla="*/ 28766 w 3563155"/>
              <a:gd name="connsiteY29" fmla="*/ 4464050 h 4464050"/>
              <a:gd name="connsiteX30" fmla="*/ 27127 w 3563155"/>
              <a:gd name="connsiteY30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631526 w 3536028"/>
              <a:gd name="connsiteY27" fmla="*/ 3893320 h 4464050"/>
              <a:gd name="connsiteX28" fmla="*/ 1639 w 3536028"/>
              <a:gd name="connsiteY28" fmla="*/ 4464050 h 4464050"/>
              <a:gd name="connsiteX29" fmla="*/ 0 w 3536028"/>
              <a:gd name="connsiteY29" fmla="*/ 4464050 h 4464050"/>
              <a:gd name="connsiteX0" fmla="*/ 3534389 w 3534389"/>
              <a:gd name="connsiteY0" fmla="*/ 3569 h 4464050"/>
              <a:gd name="connsiteX1" fmla="*/ 3534389 w 3534389"/>
              <a:gd name="connsiteY1" fmla="*/ 4460478 h 4464050"/>
              <a:gd name="connsiteX2" fmla="*/ 2734777 w 3534389"/>
              <a:gd name="connsiteY2" fmla="*/ 3893419 h 4464050"/>
              <a:gd name="connsiteX3" fmla="*/ 2734777 w 3534389"/>
              <a:gd name="connsiteY3" fmla="*/ 570628 h 4464050"/>
              <a:gd name="connsiteX4" fmla="*/ 3534389 w 3534389"/>
              <a:gd name="connsiteY4" fmla="*/ 3569 h 4464050"/>
              <a:gd name="connsiteX5" fmla="*/ 2616186 w 3534389"/>
              <a:gd name="connsiteY5" fmla="*/ 0 h 4464050"/>
              <a:gd name="connsiteX6" fmla="*/ 2617938 w 3534389"/>
              <a:gd name="connsiteY6" fmla="*/ 0 h 4464050"/>
              <a:gd name="connsiteX7" fmla="*/ 2617938 w 3534389"/>
              <a:gd name="connsiteY7" fmla="*/ 4464050 h 4464050"/>
              <a:gd name="connsiteX8" fmla="*/ 2616189 w 3534389"/>
              <a:gd name="connsiteY8" fmla="*/ 4464050 h 4464050"/>
              <a:gd name="connsiteX9" fmla="*/ 1986411 w 3534389"/>
              <a:gd name="connsiteY9" fmla="*/ 3893419 h 4464050"/>
              <a:gd name="connsiteX10" fmla="*/ 1986411 w 3534389"/>
              <a:gd name="connsiteY10" fmla="*/ 570628 h 4464050"/>
              <a:gd name="connsiteX11" fmla="*/ 2616186 w 3534389"/>
              <a:gd name="connsiteY11" fmla="*/ 0 h 4464050"/>
              <a:gd name="connsiteX12" fmla="*/ 1867979 w 3534389"/>
              <a:gd name="connsiteY12" fmla="*/ 0 h 4464050"/>
              <a:gd name="connsiteX13" fmla="*/ 1869374 w 3534389"/>
              <a:gd name="connsiteY13" fmla="*/ 0 h 4464050"/>
              <a:gd name="connsiteX14" fmla="*/ 1869374 w 3534389"/>
              <a:gd name="connsiteY14" fmla="*/ 4464050 h 4464050"/>
              <a:gd name="connsiteX15" fmla="*/ 1867982 w 3534389"/>
              <a:gd name="connsiteY15" fmla="*/ 4464050 h 4464050"/>
              <a:gd name="connsiteX16" fmla="*/ 1366569 w 3534389"/>
              <a:gd name="connsiteY16" fmla="*/ 3893419 h 4464050"/>
              <a:gd name="connsiteX17" fmla="*/ 1366569 w 3534389"/>
              <a:gd name="connsiteY17" fmla="*/ 570628 h 4464050"/>
              <a:gd name="connsiteX18" fmla="*/ 1867979 w 3534389"/>
              <a:gd name="connsiteY18" fmla="*/ 0 h 4464050"/>
              <a:gd name="connsiteX19" fmla="*/ 746924 w 3534389"/>
              <a:gd name="connsiteY19" fmla="*/ 0 h 4464050"/>
              <a:gd name="connsiteX20" fmla="*/ 748320 w 3534389"/>
              <a:gd name="connsiteY20" fmla="*/ 0 h 4464050"/>
              <a:gd name="connsiteX21" fmla="*/ 1249730 w 3534389"/>
              <a:gd name="connsiteY21" fmla="*/ 570628 h 4464050"/>
              <a:gd name="connsiteX22" fmla="*/ 1249730 w 3534389"/>
              <a:gd name="connsiteY22" fmla="*/ 3893320 h 4464050"/>
              <a:gd name="connsiteX23" fmla="*/ 748229 w 3534389"/>
              <a:gd name="connsiteY23" fmla="*/ 4464050 h 4464050"/>
              <a:gd name="connsiteX24" fmla="*/ 746924 w 3534389"/>
              <a:gd name="connsiteY24" fmla="*/ 4464050 h 4464050"/>
              <a:gd name="connsiteX25" fmla="*/ 746924 w 3534389"/>
              <a:gd name="connsiteY25" fmla="*/ 0 h 4464050"/>
              <a:gd name="connsiteX26" fmla="*/ 0 w 3534389"/>
              <a:gd name="connsiteY26" fmla="*/ 4464050 h 4464050"/>
              <a:gd name="connsiteX27" fmla="*/ 629887 w 3534389"/>
              <a:gd name="connsiteY27" fmla="*/ 3893320 h 4464050"/>
              <a:gd name="connsiteX28" fmla="*/ 0 w 3534389"/>
              <a:gd name="connsiteY28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570628 h 4464050"/>
              <a:gd name="connsiteX22" fmla="*/ 502806 w 2787465"/>
              <a:gd name="connsiteY22" fmla="*/ 3893320 h 4464050"/>
              <a:gd name="connsiteX23" fmla="*/ 1305 w 2787465"/>
              <a:gd name="connsiteY23" fmla="*/ 4464050 h 4464050"/>
              <a:gd name="connsiteX24" fmla="*/ 0 w 2787465"/>
              <a:gd name="connsiteY24" fmla="*/ 4464050 h 4464050"/>
              <a:gd name="connsiteX25" fmla="*/ 0 w 2787465"/>
              <a:gd name="connsiteY25" fmla="*/ 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24" fmla="*/ 0 w 2787465"/>
              <a:gd name="connsiteY24" fmla="*/ 0 h 4464050"/>
              <a:gd name="connsiteX0" fmla="*/ 2809119 w 2809119"/>
              <a:gd name="connsiteY0" fmla="*/ 3569 h 4464050"/>
              <a:gd name="connsiteX1" fmla="*/ 2809119 w 2809119"/>
              <a:gd name="connsiteY1" fmla="*/ 4460478 h 4464050"/>
              <a:gd name="connsiteX2" fmla="*/ 2009507 w 2809119"/>
              <a:gd name="connsiteY2" fmla="*/ 3893419 h 4464050"/>
              <a:gd name="connsiteX3" fmla="*/ 2009507 w 2809119"/>
              <a:gd name="connsiteY3" fmla="*/ 570628 h 4464050"/>
              <a:gd name="connsiteX4" fmla="*/ 2809119 w 2809119"/>
              <a:gd name="connsiteY4" fmla="*/ 3569 h 4464050"/>
              <a:gd name="connsiteX5" fmla="*/ 1890916 w 2809119"/>
              <a:gd name="connsiteY5" fmla="*/ 0 h 4464050"/>
              <a:gd name="connsiteX6" fmla="*/ 1892668 w 2809119"/>
              <a:gd name="connsiteY6" fmla="*/ 0 h 4464050"/>
              <a:gd name="connsiteX7" fmla="*/ 1892668 w 2809119"/>
              <a:gd name="connsiteY7" fmla="*/ 4464050 h 4464050"/>
              <a:gd name="connsiteX8" fmla="*/ 1890919 w 2809119"/>
              <a:gd name="connsiteY8" fmla="*/ 4464050 h 4464050"/>
              <a:gd name="connsiteX9" fmla="*/ 1261141 w 2809119"/>
              <a:gd name="connsiteY9" fmla="*/ 3893419 h 4464050"/>
              <a:gd name="connsiteX10" fmla="*/ 1261141 w 2809119"/>
              <a:gd name="connsiteY10" fmla="*/ 570628 h 4464050"/>
              <a:gd name="connsiteX11" fmla="*/ 1890916 w 2809119"/>
              <a:gd name="connsiteY11" fmla="*/ 0 h 4464050"/>
              <a:gd name="connsiteX12" fmla="*/ 1142709 w 2809119"/>
              <a:gd name="connsiteY12" fmla="*/ 0 h 4464050"/>
              <a:gd name="connsiteX13" fmla="*/ 1144104 w 2809119"/>
              <a:gd name="connsiteY13" fmla="*/ 0 h 4464050"/>
              <a:gd name="connsiteX14" fmla="*/ 1144104 w 2809119"/>
              <a:gd name="connsiteY14" fmla="*/ 4464050 h 4464050"/>
              <a:gd name="connsiteX15" fmla="*/ 1142712 w 2809119"/>
              <a:gd name="connsiteY15" fmla="*/ 4464050 h 4464050"/>
              <a:gd name="connsiteX16" fmla="*/ 641299 w 2809119"/>
              <a:gd name="connsiteY16" fmla="*/ 3893419 h 4464050"/>
              <a:gd name="connsiteX17" fmla="*/ 641299 w 2809119"/>
              <a:gd name="connsiteY17" fmla="*/ 570628 h 4464050"/>
              <a:gd name="connsiteX18" fmla="*/ 1142709 w 2809119"/>
              <a:gd name="connsiteY18" fmla="*/ 0 h 4464050"/>
              <a:gd name="connsiteX19" fmla="*/ 0 w 2809119"/>
              <a:gd name="connsiteY19" fmla="*/ 7219 h 4464050"/>
              <a:gd name="connsiteX20" fmla="*/ 23050 w 2809119"/>
              <a:gd name="connsiteY20" fmla="*/ 0 h 4464050"/>
              <a:gd name="connsiteX21" fmla="*/ 524460 w 2809119"/>
              <a:gd name="connsiteY21" fmla="*/ 3893320 h 4464050"/>
              <a:gd name="connsiteX22" fmla="*/ 22959 w 2809119"/>
              <a:gd name="connsiteY22" fmla="*/ 4464050 h 4464050"/>
              <a:gd name="connsiteX23" fmla="*/ 21654 w 2809119"/>
              <a:gd name="connsiteY23" fmla="*/ 4464050 h 4464050"/>
              <a:gd name="connsiteX24" fmla="*/ 0 w 2809119"/>
              <a:gd name="connsiteY24" fmla="*/ 7219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1305 w 2787465"/>
              <a:gd name="connsiteY21" fmla="*/ 4464050 h 4464050"/>
              <a:gd name="connsiteX22" fmla="*/ 0 w 2787465"/>
              <a:gd name="connsiteY22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05 w 2787465"/>
              <a:gd name="connsiteY20" fmla="*/ 4464050 h 4464050"/>
              <a:gd name="connsiteX21" fmla="*/ 0 w 2787465"/>
              <a:gd name="connsiteY21" fmla="*/ 4464050 h 4464050"/>
              <a:gd name="connsiteX0" fmla="*/ 2167820 w 2167820"/>
              <a:gd name="connsiteY0" fmla="*/ 3569 h 4464050"/>
              <a:gd name="connsiteX1" fmla="*/ 2167820 w 2167820"/>
              <a:gd name="connsiteY1" fmla="*/ 4460478 h 4464050"/>
              <a:gd name="connsiteX2" fmla="*/ 1368208 w 2167820"/>
              <a:gd name="connsiteY2" fmla="*/ 3893419 h 4464050"/>
              <a:gd name="connsiteX3" fmla="*/ 1368208 w 2167820"/>
              <a:gd name="connsiteY3" fmla="*/ 570628 h 4464050"/>
              <a:gd name="connsiteX4" fmla="*/ 2167820 w 2167820"/>
              <a:gd name="connsiteY4" fmla="*/ 3569 h 4464050"/>
              <a:gd name="connsiteX5" fmla="*/ 1249617 w 2167820"/>
              <a:gd name="connsiteY5" fmla="*/ 0 h 4464050"/>
              <a:gd name="connsiteX6" fmla="*/ 1251369 w 2167820"/>
              <a:gd name="connsiteY6" fmla="*/ 0 h 4464050"/>
              <a:gd name="connsiteX7" fmla="*/ 1251369 w 2167820"/>
              <a:gd name="connsiteY7" fmla="*/ 4464050 h 4464050"/>
              <a:gd name="connsiteX8" fmla="*/ 1249620 w 2167820"/>
              <a:gd name="connsiteY8" fmla="*/ 4464050 h 4464050"/>
              <a:gd name="connsiteX9" fmla="*/ 619842 w 2167820"/>
              <a:gd name="connsiteY9" fmla="*/ 3893419 h 4464050"/>
              <a:gd name="connsiteX10" fmla="*/ 619842 w 2167820"/>
              <a:gd name="connsiteY10" fmla="*/ 570628 h 4464050"/>
              <a:gd name="connsiteX11" fmla="*/ 1249617 w 2167820"/>
              <a:gd name="connsiteY11" fmla="*/ 0 h 4464050"/>
              <a:gd name="connsiteX12" fmla="*/ 501410 w 2167820"/>
              <a:gd name="connsiteY12" fmla="*/ 0 h 4464050"/>
              <a:gd name="connsiteX13" fmla="*/ 502805 w 2167820"/>
              <a:gd name="connsiteY13" fmla="*/ 0 h 4464050"/>
              <a:gd name="connsiteX14" fmla="*/ 502805 w 2167820"/>
              <a:gd name="connsiteY14" fmla="*/ 4464050 h 4464050"/>
              <a:gd name="connsiteX15" fmla="*/ 501413 w 2167820"/>
              <a:gd name="connsiteY15" fmla="*/ 4464050 h 4464050"/>
              <a:gd name="connsiteX16" fmla="*/ 0 w 2167820"/>
              <a:gd name="connsiteY16" fmla="*/ 3893419 h 4464050"/>
              <a:gd name="connsiteX17" fmla="*/ 0 w 2167820"/>
              <a:gd name="connsiteY17" fmla="*/ 570628 h 4464050"/>
              <a:gd name="connsiteX18" fmla="*/ 501410 w 2167820"/>
              <a:gd name="connsiteY18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67820" h="4464050">
                <a:moveTo>
                  <a:pt x="2167820" y="3569"/>
                </a:moveTo>
                <a:lnTo>
                  <a:pt x="2167820" y="4460478"/>
                </a:lnTo>
                <a:lnTo>
                  <a:pt x="1368208" y="3893419"/>
                </a:lnTo>
                <a:lnTo>
                  <a:pt x="1368208" y="570628"/>
                </a:lnTo>
                <a:lnTo>
                  <a:pt x="2167820" y="3569"/>
                </a:lnTo>
                <a:close/>
                <a:moveTo>
                  <a:pt x="1249617" y="0"/>
                </a:moveTo>
                <a:lnTo>
                  <a:pt x="1251369" y="0"/>
                </a:lnTo>
                <a:lnTo>
                  <a:pt x="1251369" y="4464050"/>
                </a:lnTo>
                <a:lnTo>
                  <a:pt x="1249620" y="4464050"/>
                </a:lnTo>
                <a:lnTo>
                  <a:pt x="619842" y="3893419"/>
                </a:lnTo>
                <a:lnTo>
                  <a:pt x="619842" y="570628"/>
                </a:lnTo>
                <a:lnTo>
                  <a:pt x="1249617" y="0"/>
                </a:lnTo>
                <a:close/>
                <a:moveTo>
                  <a:pt x="501410" y="0"/>
                </a:moveTo>
                <a:lnTo>
                  <a:pt x="502805" y="0"/>
                </a:lnTo>
                <a:lnTo>
                  <a:pt x="502805" y="4464050"/>
                </a:lnTo>
                <a:lnTo>
                  <a:pt x="501413" y="4464050"/>
                </a:lnTo>
                <a:lnTo>
                  <a:pt x="0" y="3893419"/>
                </a:lnTo>
                <a:lnTo>
                  <a:pt x="0" y="570628"/>
                </a:lnTo>
                <a:lnTo>
                  <a:pt x="501410" y="0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60417610-3925-C985-77B4-41C4C49D7F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1765" y="428625"/>
            <a:ext cx="191218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570628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1672385 w 4459850"/>
              <a:gd name="connsiteY18" fmla="*/ 0 h 4464050"/>
              <a:gd name="connsiteX19" fmla="*/ 1673781 w 4459850"/>
              <a:gd name="connsiteY19" fmla="*/ 0 h 4464050"/>
              <a:gd name="connsiteX20" fmla="*/ 2175191 w 4459850"/>
              <a:gd name="connsiteY20" fmla="*/ 570628 h 4464050"/>
              <a:gd name="connsiteX21" fmla="*/ 2175191 w 4459850"/>
              <a:gd name="connsiteY21" fmla="*/ 3893320 h 4464050"/>
              <a:gd name="connsiteX22" fmla="*/ 1673690 w 4459850"/>
              <a:gd name="connsiteY22" fmla="*/ 4464050 h 4464050"/>
              <a:gd name="connsiteX23" fmla="*/ 1672385 w 4459850"/>
              <a:gd name="connsiteY23" fmla="*/ 4464050 h 4464050"/>
              <a:gd name="connsiteX24" fmla="*/ 1672385 w 4459850"/>
              <a:gd name="connsiteY24" fmla="*/ 0 h 4464050"/>
              <a:gd name="connsiteX25" fmla="*/ 923822 w 4459850"/>
              <a:gd name="connsiteY25" fmla="*/ 0 h 4464050"/>
              <a:gd name="connsiteX26" fmla="*/ 925575 w 4459850"/>
              <a:gd name="connsiteY26" fmla="*/ 0 h 4464050"/>
              <a:gd name="connsiteX27" fmla="*/ 1555348 w 4459850"/>
              <a:gd name="connsiteY27" fmla="*/ 570628 h 4464050"/>
              <a:gd name="connsiteX28" fmla="*/ 1555348 w 4459850"/>
              <a:gd name="connsiteY28" fmla="*/ 3893320 h 4464050"/>
              <a:gd name="connsiteX29" fmla="*/ 925461 w 4459850"/>
              <a:gd name="connsiteY29" fmla="*/ 4464050 h 4464050"/>
              <a:gd name="connsiteX30" fmla="*/ 923822 w 4459850"/>
              <a:gd name="connsiteY30" fmla="*/ 4464050 h 4464050"/>
              <a:gd name="connsiteX31" fmla="*/ 923822 w 4459850"/>
              <a:gd name="connsiteY31" fmla="*/ 0 h 4464050"/>
              <a:gd name="connsiteX32" fmla="*/ 0 w 4459850"/>
              <a:gd name="connsiteY32" fmla="*/ 0 h 4464050"/>
              <a:gd name="connsiteX33" fmla="*/ 2239 w 4459850"/>
              <a:gd name="connsiteY33" fmla="*/ 0 h 4464050"/>
              <a:gd name="connsiteX34" fmla="*/ 806883 w 4459850"/>
              <a:gd name="connsiteY34" fmla="*/ 570628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1672385 w 4459850"/>
              <a:gd name="connsiteY17" fmla="*/ 0 h 4464050"/>
              <a:gd name="connsiteX18" fmla="*/ 1673781 w 4459850"/>
              <a:gd name="connsiteY18" fmla="*/ 0 h 4464050"/>
              <a:gd name="connsiteX19" fmla="*/ 2175191 w 4459850"/>
              <a:gd name="connsiteY19" fmla="*/ 570628 h 4464050"/>
              <a:gd name="connsiteX20" fmla="*/ 2175191 w 4459850"/>
              <a:gd name="connsiteY20" fmla="*/ 3893320 h 4464050"/>
              <a:gd name="connsiteX21" fmla="*/ 1673690 w 4459850"/>
              <a:gd name="connsiteY21" fmla="*/ 4464050 h 4464050"/>
              <a:gd name="connsiteX22" fmla="*/ 1672385 w 4459850"/>
              <a:gd name="connsiteY22" fmla="*/ 4464050 h 4464050"/>
              <a:gd name="connsiteX23" fmla="*/ 1672385 w 4459850"/>
              <a:gd name="connsiteY23" fmla="*/ 0 h 4464050"/>
              <a:gd name="connsiteX24" fmla="*/ 923822 w 4459850"/>
              <a:gd name="connsiteY24" fmla="*/ 0 h 4464050"/>
              <a:gd name="connsiteX25" fmla="*/ 925575 w 4459850"/>
              <a:gd name="connsiteY25" fmla="*/ 0 h 4464050"/>
              <a:gd name="connsiteX26" fmla="*/ 1555348 w 4459850"/>
              <a:gd name="connsiteY26" fmla="*/ 570628 h 4464050"/>
              <a:gd name="connsiteX27" fmla="*/ 1555348 w 4459850"/>
              <a:gd name="connsiteY27" fmla="*/ 3893320 h 4464050"/>
              <a:gd name="connsiteX28" fmla="*/ 925461 w 4459850"/>
              <a:gd name="connsiteY28" fmla="*/ 4464050 h 4464050"/>
              <a:gd name="connsiteX29" fmla="*/ 923822 w 4459850"/>
              <a:gd name="connsiteY29" fmla="*/ 4464050 h 4464050"/>
              <a:gd name="connsiteX30" fmla="*/ 923822 w 4459850"/>
              <a:gd name="connsiteY30" fmla="*/ 0 h 4464050"/>
              <a:gd name="connsiteX31" fmla="*/ 0 w 4459850"/>
              <a:gd name="connsiteY31" fmla="*/ 0 h 4464050"/>
              <a:gd name="connsiteX32" fmla="*/ 2239 w 4459850"/>
              <a:gd name="connsiteY32" fmla="*/ 0 h 4464050"/>
              <a:gd name="connsiteX33" fmla="*/ 806883 w 4459850"/>
              <a:gd name="connsiteY33" fmla="*/ 570628 h 4464050"/>
              <a:gd name="connsiteX34" fmla="*/ 806883 w 4459850"/>
              <a:gd name="connsiteY34" fmla="*/ 3893419 h 4464050"/>
              <a:gd name="connsiteX35" fmla="*/ 2234 w 4459850"/>
              <a:gd name="connsiteY35" fmla="*/ 4464050 h 4464050"/>
              <a:gd name="connsiteX36" fmla="*/ 0 w 4459850"/>
              <a:gd name="connsiteY36" fmla="*/ 4464050 h 4464050"/>
              <a:gd name="connsiteX37" fmla="*/ 0 w 4459850"/>
              <a:gd name="connsiteY37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2292030 w 4459850"/>
              <a:gd name="connsiteY15" fmla="*/ 3893419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1672385 w 4459850"/>
              <a:gd name="connsiteY22" fmla="*/ 0 h 4464050"/>
              <a:gd name="connsiteX23" fmla="*/ 923822 w 4459850"/>
              <a:gd name="connsiteY23" fmla="*/ 0 h 4464050"/>
              <a:gd name="connsiteX24" fmla="*/ 925575 w 4459850"/>
              <a:gd name="connsiteY24" fmla="*/ 0 h 4464050"/>
              <a:gd name="connsiteX25" fmla="*/ 1555348 w 4459850"/>
              <a:gd name="connsiteY25" fmla="*/ 570628 h 4464050"/>
              <a:gd name="connsiteX26" fmla="*/ 1555348 w 4459850"/>
              <a:gd name="connsiteY26" fmla="*/ 3893320 h 4464050"/>
              <a:gd name="connsiteX27" fmla="*/ 925461 w 4459850"/>
              <a:gd name="connsiteY27" fmla="*/ 4464050 h 4464050"/>
              <a:gd name="connsiteX28" fmla="*/ 923822 w 4459850"/>
              <a:gd name="connsiteY28" fmla="*/ 4464050 h 4464050"/>
              <a:gd name="connsiteX29" fmla="*/ 923822 w 4459850"/>
              <a:gd name="connsiteY29" fmla="*/ 0 h 4464050"/>
              <a:gd name="connsiteX30" fmla="*/ 0 w 4459850"/>
              <a:gd name="connsiteY30" fmla="*/ 0 h 4464050"/>
              <a:gd name="connsiteX31" fmla="*/ 2239 w 4459850"/>
              <a:gd name="connsiteY31" fmla="*/ 0 h 4464050"/>
              <a:gd name="connsiteX32" fmla="*/ 806883 w 4459850"/>
              <a:gd name="connsiteY32" fmla="*/ 570628 h 4464050"/>
              <a:gd name="connsiteX33" fmla="*/ 806883 w 4459850"/>
              <a:gd name="connsiteY33" fmla="*/ 3893419 h 4464050"/>
              <a:gd name="connsiteX34" fmla="*/ 2234 w 4459850"/>
              <a:gd name="connsiteY34" fmla="*/ 4464050 h 4464050"/>
              <a:gd name="connsiteX35" fmla="*/ 0 w 4459850"/>
              <a:gd name="connsiteY35" fmla="*/ 4464050 h 4464050"/>
              <a:gd name="connsiteX36" fmla="*/ 0 w 4459850"/>
              <a:gd name="connsiteY36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3 w 4459850"/>
              <a:gd name="connsiteY12" fmla="*/ 4464050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1672385 w 4459850"/>
              <a:gd name="connsiteY15" fmla="*/ 0 h 4464050"/>
              <a:gd name="connsiteX16" fmla="*/ 1673781 w 4459850"/>
              <a:gd name="connsiteY16" fmla="*/ 0 h 4464050"/>
              <a:gd name="connsiteX17" fmla="*/ 2175191 w 4459850"/>
              <a:gd name="connsiteY17" fmla="*/ 570628 h 4464050"/>
              <a:gd name="connsiteX18" fmla="*/ 2175191 w 4459850"/>
              <a:gd name="connsiteY18" fmla="*/ 3893320 h 4464050"/>
              <a:gd name="connsiteX19" fmla="*/ 1673690 w 4459850"/>
              <a:gd name="connsiteY19" fmla="*/ 4464050 h 4464050"/>
              <a:gd name="connsiteX20" fmla="*/ 1672385 w 4459850"/>
              <a:gd name="connsiteY20" fmla="*/ 4464050 h 4464050"/>
              <a:gd name="connsiteX21" fmla="*/ 1672385 w 4459850"/>
              <a:gd name="connsiteY21" fmla="*/ 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923822 w 4459850"/>
              <a:gd name="connsiteY28" fmla="*/ 0 h 4464050"/>
              <a:gd name="connsiteX29" fmla="*/ 0 w 4459850"/>
              <a:gd name="connsiteY29" fmla="*/ 0 h 4464050"/>
              <a:gd name="connsiteX30" fmla="*/ 2239 w 4459850"/>
              <a:gd name="connsiteY30" fmla="*/ 0 h 4464050"/>
              <a:gd name="connsiteX31" fmla="*/ 806883 w 4459850"/>
              <a:gd name="connsiteY31" fmla="*/ 570628 h 4464050"/>
              <a:gd name="connsiteX32" fmla="*/ 806883 w 4459850"/>
              <a:gd name="connsiteY32" fmla="*/ 3893419 h 4464050"/>
              <a:gd name="connsiteX33" fmla="*/ 2234 w 4459850"/>
              <a:gd name="connsiteY33" fmla="*/ 4464050 h 4464050"/>
              <a:gd name="connsiteX34" fmla="*/ 0 w 4459850"/>
              <a:gd name="connsiteY34" fmla="*/ 4464050 h 4464050"/>
              <a:gd name="connsiteX35" fmla="*/ 0 w 4459850"/>
              <a:gd name="connsiteY35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1672385 w 4459850"/>
              <a:gd name="connsiteY12" fmla="*/ 0 h 4464050"/>
              <a:gd name="connsiteX13" fmla="*/ 1673781 w 4459850"/>
              <a:gd name="connsiteY13" fmla="*/ 0 h 4464050"/>
              <a:gd name="connsiteX14" fmla="*/ 2175191 w 4459850"/>
              <a:gd name="connsiteY14" fmla="*/ 570628 h 4464050"/>
              <a:gd name="connsiteX15" fmla="*/ 2175191 w 4459850"/>
              <a:gd name="connsiteY15" fmla="*/ 3893320 h 4464050"/>
              <a:gd name="connsiteX16" fmla="*/ 1673690 w 4459850"/>
              <a:gd name="connsiteY16" fmla="*/ 4464050 h 4464050"/>
              <a:gd name="connsiteX17" fmla="*/ 1672385 w 4459850"/>
              <a:gd name="connsiteY17" fmla="*/ 4464050 h 4464050"/>
              <a:gd name="connsiteX18" fmla="*/ 1672385 w 4459850"/>
              <a:gd name="connsiteY18" fmla="*/ 0 h 4464050"/>
              <a:gd name="connsiteX19" fmla="*/ 923822 w 4459850"/>
              <a:gd name="connsiteY19" fmla="*/ 0 h 4464050"/>
              <a:gd name="connsiteX20" fmla="*/ 925575 w 4459850"/>
              <a:gd name="connsiteY20" fmla="*/ 0 h 4464050"/>
              <a:gd name="connsiteX21" fmla="*/ 1555348 w 4459850"/>
              <a:gd name="connsiteY21" fmla="*/ 570628 h 4464050"/>
              <a:gd name="connsiteX22" fmla="*/ 1555348 w 4459850"/>
              <a:gd name="connsiteY22" fmla="*/ 3893320 h 4464050"/>
              <a:gd name="connsiteX23" fmla="*/ 925461 w 4459850"/>
              <a:gd name="connsiteY23" fmla="*/ 4464050 h 4464050"/>
              <a:gd name="connsiteX24" fmla="*/ 923822 w 4459850"/>
              <a:gd name="connsiteY24" fmla="*/ 4464050 h 4464050"/>
              <a:gd name="connsiteX25" fmla="*/ 923822 w 4459850"/>
              <a:gd name="connsiteY25" fmla="*/ 0 h 4464050"/>
              <a:gd name="connsiteX26" fmla="*/ 0 w 4459850"/>
              <a:gd name="connsiteY26" fmla="*/ 0 h 4464050"/>
              <a:gd name="connsiteX27" fmla="*/ 2239 w 4459850"/>
              <a:gd name="connsiteY27" fmla="*/ 0 h 4464050"/>
              <a:gd name="connsiteX28" fmla="*/ 806883 w 4459850"/>
              <a:gd name="connsiteY28" fmla="*/ 570628 h 4464050"/>
              <a:gd name="connsiteX29" fmla="*/ 806883 w 4459850"/>
              <a:gd name="connsiteY29" fmla="*/ 3893419 h 4464050"/>
              <a:gd name="connsiteX30" fmla="*/ 2234 w 4459850"/>
              <a:gd name="connsiteY30" fmla="*/ 4464050 h 4464050"/>
              <a:gd name="connsiteX31" fmla="*/ 0 w 4459850"/>
              <a:gd name="connsiteY31" fmla="*/ 4464050 h 4464050"/>
              <a:gd name="connsiteX32" fmla="*/ 0 w 4459850"/>
              <a:gd name="connsiteY32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3541647 w 4459850"/>
              <a:gd name="connsiteY10" fmla="*/ 0 h 4464050"/>
              <a:gd name="connsiteX11" fmla="*/ 1672385 w 4459850"/>
              <a:gd name="connsiteY11" fmla="*/ 0 h 4464050"/>
              <a:gd name="connsiteX12" fmla="*/ 1673781 w 4459850"/>
              <a:gd name="connsiteY12" fmla="*/ 0 h 4464050"/>
              <a:gd name="connsiteX13" fmla="*/ 2175191 w 4459850"/>
              <a:gd name="connsiteY13" fmla="*/ 570628 h 4464050"/>
              <a:gd name="connsiteX14" fmla="*/ 2175191 w 4459850"/>
              <a:gd name="connsiteY14" fmla="*/ 3893320 h 4464050"/>
              <a:gd name="connsiteX15" fmla="*/ 1673690 w 4459850"/>
              <a:gd name="connsiteY15" fmla="*/ 4464050 h 4464050"/>
              <a:gd name="connsiteX16" fmla="*/ 1672385 w 4459850"/>
              <a:gd name="connsiteY16" fmla="*/ 4464050 h 4464050"/>
              <a:gd name="connsiteX17" fmla="*/ 1672385 w 4459850"/>
              <a:gd name="connsiteY17" fmla="*/ 0 h 4464050"/>
              <a:gd name="connsiteX18" fmla="*/ 923822 w 4459850"/>
              <a:gd name="connsiteY18" fmla="*/ 0 h 4464050"/>
              <a:gd name="connsiteX19" fmla="*/ 925575 w 4459850"/>
              <a:gd name="connsiteY19" fmla="*/ 0 h 4464050"/>
              <a:gd name="connsiteX20" fmla="*/ 1555348 w 4459850"/>
              <a:gd name="connsiteY20" fmla="*/ 570628 h 4464050"/>
              <a:gd name="connsiteX21" fmla="*/ 1555348 w 4459850"/>
              <a:gd name="connsiteY21" fmla="*/ 3893320 h 4464050"/>
              <a:gd name="connsiteX22" fmla="*/ 925461 w 4459850"/>
              <a:gd name="connsiteY22" fmla="*/ 4464050 h 4464050"/>
              <a:gd name="connsiteX23" fmla="*/ 923822 w 4459850"/>
              <a:gd name="connsiteY23" fmla="*/ 4464050 h 4464050"/>
              <a:gd name="connsiteX24" fmla="*/ 923822 w 4459850"/>
              <a:gd name="connsiteY24" fmla="*/ 0 h 4464050"/>
              <a:gd name="connsiteX25" fmla="*/ 0 w 4459850"/>
              <a:gd name="connsiteY25" fmla="*/ 0 h 4464050"/>
              <a:gd name="connsiteX26" fmla="*/ 2239 w 4459850"/>
              <a:gd name="connsiteY26" fmla="*/ 0 h 4464050"/>
              <a:gd name="connsiteX27" fmla="*/ 806883 w 4459850"/>
              <a:gd name="connsiteY27" fmla="*/ 570628 h 4464050"/>
              <a:gd name="connsiteX28" fmla="*/ 806883 w 4459850"/>
              <a:gd name="connsiteY28" fmla="*/ 3893419 h 4464050"/>
              <a:gd name="connsiteX29" fmla="*/ 2234 w 4459850"/>
              <a:gd name="connsiteY29" fmla="*/ 4464050 h 4464050"/>
              <a:gd name="connsiteX30" fmla="*/ 0 w 4459850"/>
              <a:gd name="connsiteY30" fmla="*/ 4464050 h 4464050"/>
              <a:gd name="connsiteX31" fmla="*/ 0 w 4459850"/>
              <a:gd name="connsiteY31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41647 w 4459850"/>
              <a:gd name="connsiteY9" fmla="*/ 0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19994 w 4459850"/>
              <a:gd name="connsiteY5" fmla="*/ 28871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19994 w 4459850"/>
              <a:gd name="connsiteY9" fmla="*/ 28871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1672385 w 4459850"/>
              <a:gd name="connsiteY9" fmla="*/ 0 h 4464050"/>
              <a:gd name="connsiteX10" fmla="*/ 1673781 w 4459850"/>
              <a:gd name="connsiteY10" fmla="*/ 0 h 4464050"/>
              <a:gd name="connsiteX11" fmla="*/ 2175191 w 4459850"/>
              <a:gd name="connsiteY11" fmla="*/ 570628 h 4464050"/>
              <a:gd name="connsiteX12" fmla="*/ 2175191 w 4459850"/>
              <a:gd name="connsiteY12" fmla="*/ 3893320 h 4464050"/>
              <a:gd name="connsiteX13" fmla="*/ 1673690 w 4459850"/>
              <a:gd name="connsiteY13" fmla="*/ 4464050 h 4464050"/>
              <a:gd name="connsiteX14" fmla="*/ 1672385 w 4459850"/>
              <a:gd name="connsiteY14" fmla="*/ 4464050 h 4464050"/>
              <a:gd name="connsiteX15" fmla="*/ 1672385 w 4459850"/>
              <a:gd name="connsiteY15" fmla="*/ 0 h 4464050"/>
              <a:gd name="connsiteX16" fmla="*/ 923822 w 4459850"/>
              <a:gd name="connsiteY16" fmla="*/ 0 h 4464050"/>
              <a:gd name="connsiteX17" fmla="*/ 925575 w 4459850"/>
              <a:gd name="connsiteY17" fmla="*/ 0 h 4464050"/>
              <a:gd name="connsiteX18" fmla="*/ 1555348 w 4459850"/>
              <a:gd name="connsiteY18" fmla="*/ 570628 h 4464050"/>
              <a:gd name="connsiteX19" fmla="*/ 1555348 w 4459850"/>
              <a:gd name="connsiteY19" fmla="*/ 3893320 h 4464050"/>
              <a:gd name="connsiteX20" fmla="*/ 925461 w 4459850"/>
              <a:gd name="connsiteY20" fmla="*/ 4464050 h 4464050"/>
              <a:gd name="connsiteX21" fmla="*/ 923822 w 4459850"/>
              <a:gd name="connsiteY21" fmla="*/ 4464050 h 4464050"/>
              <a:gd name="connsiteX22" fmla="*/ 923822 w 4459850"/>
              <a:gd name="connsiteY22" fmla="*/ 0 h 4464050"/>
              <a:gd name="connsiteX23" fmla="*/ 0 w 4459850"/>
              <a:gd name="connsiteY23" fmla="*/ 0 h 4464050"/>
              <a:gd name="connsiteX24" fmla="*/ 2239 w 4459850"/>
              <a:gd name="connsiteY24" fmla="*/ 0 h 4464050"/>
              <a:gd name="connsiteX25" fmla="*/ 806883 w 4459850"/>
              <a:gd name="connsiteY25" fmla="*/ 570628 h 4464050"/>
              <a:gd name="connsiteX26" fmla="*/ 806883 w 4459850"/>
              <a:gd name="connsiteY26" fmla="*/ 3893419 h 4464050"/>
              <a:gd name="connsiteX27" fmla="*/ 2234 w 4459850"/>
              <a:gd name="connsiteY27" fmla="*/ 4464050 h 4464050"/>
              <a:gd name="connsiteX28" fmla="*/ 0 w 4459850"/>
              <a:gd name="connsiteY28" fmla="*/ 4464050 h 4464050"/>
              <a:gd name="connsiteX29" fmla="*/ 0 w 4459850"/>
              <a:gd name="connsiteY29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4464050 h 4464050"/>
              <a:gd name="connsiteX7" fmla="*/ 2911872 w 4459850"/>
              <a:gd name="connsiteY7" fmla="*/ 570628 h 4464050"/>
              <a:gd name="connsiteX8" fmla="*/ 1672385 w 4459850"/>
              <a:gd name="connsiteY8" fmla="*/ 0 h 4464050"/>
              <a:gd name="connsiteX9" fmla="*/ 1673781 w 4459850"/>
              <a:gd name="connsiteY9" fmla="*/ 0 h 4464050"/>
              <a:gd name="connsiteX10" fmla="*/ 2175191 w 4459850"/>
              <a:gd name="connsiteY10" fmla="*/ 570628 h 4464050"/>
              <a:gd name="connsiteX11" fmla="*/ 2175191 w 4459850"/>
              <a:gd name="connsiteY11" fmla="*/ 3893320 h 4464050"/>
              <a:gd name="connsiteX12" fmla="*/ 1673690 w 4459850"/>
              <a:gd name="connsiteY12" fmla="*/ 4464050 h 4464050"/>
              <a:gd name="connsiteX13" fmla="*/ 1672385 w 4459850"/>
              <a:gd name="connsiteY13" fmla="*/ 4464050 h 4464050"/>
              <a:gd name="connsiteX14" fmla="*/ 1672385 w 4459850"/>
              <a:gd name="connsiteY14" fmla="*/ 0 h 4464050"/>
              <a:gd name="connsiteX15" fmla="*/ 923822 w 4459850"/>
              <a:gd name="connsiteY15" fmla="*/ 0 h 4464050"/>
              <a:gd name="connsiteX16" fmla="*/ 925575 w 4459850"/>
              <a:gd name="connsiteY16" fmla="*/ 0 h 4464050"/>
              <a:gd name="connsiteX17" fmla="*/ 1555348 w 4459850"/>
              <a:gd name="connsiteY17" fmla="*/ 570628 h 4464050"/>
              <a:gd name="connsiteX18" fmla="*/ 1555348 w 4459850"/>
              <a:gd name="connsiteY18" fmla="*/ 3893320 h 4464050"/>
              <a:gd name="connsiteX19" fmla="*/ 925461 w 4459850"/>
              <a:gd name="connsiteY19" fmla="*/ 4464050 h 4464050"/>
              <a:gd name="connsiteX20" fmla="*/ 923822 w 4459850"/>
              <a:gd name="connsiteY20" fmla="*/ 4464050 h 4464050"/>
              <a:gd name="connsiteX21" fmla="*/ 923822 w 4459850"/>
              <a:gd name="connsiteY21" fmla="*/ 0 h 4464050"/>
              <a:gd name="connsiteX22" fmla="*/ 0 w 4459850"/>
              <a:gd name="connsiteY22" fmla="*/ 0 h 4464050"/>
              <a:gd name="connsiteX23" fmla="*/ 2239 w 4459850"/>
              <a:gd name="connsiteY23" fmla="*/ 0 h 4464050"/>
              <a:gd name="connsiteX24" fmla="*/ 806883 w 4459850"/>
              <a:gd name="connsiteY24" fmla="*/ 570628 h 4464050"/>
              <a:gd name="connsiteX25" fmla="*/ 806883 w 4459850"/>
              <a:gd name="connsiteY25" fmla="*/ 3893419 h 4464050"/>
              <a:gd name="connsiteX26" fmla="*/ 2234 w 4459850"/>
              <a:gd name="connsiteY26" fmla="*/ 4464050 h 4464050"/>
              <a:gd name="connsiteX27" fmla="*/ 0 w 4459850"/>
              <a:gd name="connsiteY27" fmla="*/ 4464050 h 4464050"/>
              <a:gd name="connsiteX28" fmla="*/ 0 w 4459850"/>
              <a:gd name="connsiteY28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2911872 w 4459850"/>
              <a:gd name="connsiteY4" fmla="*/ 570628 h 4464050"/>
              <a:gd name="connsiteX5" fmla="*/ 3543399 w 4459850"/>
              <a:gd name="connsiteY5" fmla="*/ 4464050 h 4464050"/>
              <a:gd name="connsiteX6" fmla="*/ 2911872 w 4459850"/>
              <a:gd name="connsiteY6" fmla="*/ 570628 h 4464050"/>
              <a:gd name="connsiteX7" fmla="*/ 1672385 w 4459850"/>
              <a:gd name="connsiteY7" fmla="*/ 0 h 4464050"/>
              <a:gd name="connsiteX8" fmla="*/ 1673781 w 4459850"/>
              <a:gd name="connsiteY8" fmla="*/ 0 h 4464050"/>
              <a:gd name="connsiteX9" fmla="*/ 2175191 w 4459850"/>
              <a:gd name="connsiteY9" fmla="*/ 570628 h 4464050"/>
              <a:gd name="connsiteX10" fmla="*/ 2175191 w 4459850"/>
              <a:gd name="connsiteY10" fmla="*/ 3893320 h 4464050"/>
              <a:gd name="connsiteX11" fmla="*/ 1673690 w 4459850"/>
              <a:gd name="connsiteY11" fmla="*/ 4464050 h 4464050"/>
              <a:gd name="connsiteX12" fmla="*/ 1672385 w 4459850"/>
              <a:gd name="connsiteY12" fmla="*/ 4464050 h 4464050"/>
              <a:gd name="connsiteX13" fmla="*/ 1672385 w 4459850"/>
              <a:gd name="connsiteY13" fmla="*/ 0 h 4464050"/>
              <a:gd name="connsiteX14" fmla="*/ 923822 w 4459850"/>
              <a:gd name="connsiteY14" fmla="*/ 0 h 4464050"/>
              <a:gd name="connsiteX15" fmla="*/ 925575 w 4459850"/>
              <a:gd name="connsiteY15" fmla="*/ 0 h 4464050"/>
              <a:gd name="connsiteX16" fmla="*/ 1555348 w 4459850"/>
              <a:gd name="connsiteY16" fmla="*/ 570628 h 4464050"/>
              <a:gd name="connsiteX17" fmla="*/ 1555348 w 4459850"/>
              <a:gd name="connsiteY17" fmla="*/ 3893320 h 4464050"/>
              <a:gd name="connsiteX18" fmla="*/ 925461 w 4459850"/>
              <a:gd name="connsiteY18" fmla="*/ 4464050 h 4464050"/>
              <a:gd name="connsiteX19" fmla="*/ 923822 w 4459850"/>
              <a:gd name="connsiteY19" fmla="*/ 4464050 h 4464050"/>
              <a:gd name="connsiteX20" fmla="*/ 923822 w 4459850"/>
              <a:gd name="connsiteY20" fmla="*/ 0 h 4464050"/>
              <a:gd name="connsiteX21" fmla="*/ 0 w 4459850"/>
              <a:gd name="connsiteY21" fmla="*/ 0 h 4464050"/>
              <a:gd name="connsiteX22" fmla="*/ 2239 w 4459850"/>
              <a:gd name="connsiteY22" fmla="*/ 0 h 4464050"/>
              <a:gd name="connsiteX23" fmla="*/ 806883 w 4459850"/>
              <a:gd name="connsiteY23" fmla="*/ 570628 h 4464050"/>
              <a:gd name="connsiteX24" fmla="*/ 806883 w 4459850"/>
              <a:gd name="connsiteY24" fmla="*/ 3893419 h 4464050"/>
              <a:gd name="connsiteX25" fmla="*/ 2234 w 4459850"/>
              <a:gd name="connsiteY25" fmla="*/ 4464050 h 4464050"/>
              <a:gd name="connsiteX26" fmla="*/ 0 w 4459850"/>
              <a:gd name="connsiteY26" fmla="*/ 4464050 h 4464050"/>
              <a:gd name="connsiteX27" fmla="*/ 0 w 4459850"/>
              <a:gd name="connsiteY27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1672385 w 4459850"/>
              <a:gd name="connsiteY4" fmla="*/ 0 h 4464050"/>
              <a:gd name="connsiteX5" fmla="*/ 1673781 w 4459850"/>
              <a:gd name="connsiteY5" fmla="*/ 0 h 4464050"/>
              <a:gd name="connsiteX6" fmla="*/ 2175191 w 4459850"/>
              <a:gd name="connsiteY6" fmla="*/ 570628 h 4464050"/>
              <a:gd name="connsiteX7" fmla="*/ 2175191 w 4459850"/>
              <a:gd name="connsiteY7" fmla="*/ 3893320 h 4464050"/>
              <a:gd name="connsiteX8" fmla="*/ 1673690 w 4459850"/>
              <a:gd name="connsiteY8" fmla="*/ 4464050 h 4464050"/>
              <a:gd name="connsiteX9" fmla="*/ 1672385 w 4459850"/>
              <a:gd name="connsiteY9" fmla="*/ 4464050 h 4464050"/>
              <a:gd name="connsiteX10" fmla="*/ 1672385 w 4459850"/>
              <a:gd name="connsiteY10" fmla="*/ 0 h 4464050"/>
              <a:gd name="connsiteX11" fmla="*/ 923822 w 4459850"/>
              <a:gd name="connsiteY11" fmla="*/ 0 h 4464050"/>
              <a:gd name="connsiteX12" fmla="*/ 925575 w 4459850"/>
              <a:gd name="connsiteY12" fmla="*/ 0 h 4464050"/>
              <a:gd name="connsiteX13" fmla="*/ 1555348 w 4459850"/>
              <a:gd name="connsiteY13" fmla="*/ 570628 h 4464050"/>
              <a:gd name="connsiteX14" fmla="*/ 1555348 w 4459850"/>
              <a:gd name="connsiteY14" fmla="*/ 3893320 h 4464050"/>
              <a:gd name="connsiteX15" fmla="*/ 925461 w 4459850"/>
              <a:gd name="connsiteY15" fmla="*/ 4464050 h 4464050"/>
              <a:gd name="connsiteX16" fmla="*/ 923822 w 4459850"/>
              <a:gd name="connsiteY16" fmla="*/ 4464050 h 4464050"/>
              <a:gd name="connsiteX17" fmla="*/ 923822 w 4459850"/>
              <a:gd name="connsiteY17" fmla="*/ 0 h 4464050"/>
              <a:gd name="connsiteX18" fmla="*/ 0 w 4459850"/>
              <a:gd name="connsiteY18" fmla="*/ 0 h 4464050"/>
              <a:gd name="connsiteX19" fmla="*/ 2239 w 4459850"/>
              <a:gd name="connsiteY19" fmla="*/ 0 h 4464050"/>
              <a:gd name="connsiteX20" fmla="*/ 806883 w 4459850"/>
              <a:gd name="connsiteY20" fmla="*/ 570628 h 4464050"/>
              <a:gd name="connsiteX21" fmla="*/ 806883 w 4459850"/>
              <a:gd name="connsiteY21" fmla="*/ 3893419 h 4464050"/>
              <a:gd name="connsiteX22" fmla="*/ 2234 w 4459850"/>
              <a:gd name="connsiteY22" fmla="*/ 4464050 h 4464050"/>
              <a:gd name="connsiteX23" fmla="*/ 0 w 4459850"/>
              <a:gd name="connsiteY23" fmla="*/ 4464050 h 4464050"/>
              <a:gd name="connsiteX24" fmla="*/ 0 w 4459850"/>
              <a:gd name="connsiteY24" fmla="*/ 0 h 4464050"/>
              <a:gd name="connsiteX0" fmla="*/ 3660238 w 4459850"/>
              <a:gd name="connsiteY0" fmla="*/ 389341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1672385 w 4459850"/>
              <a:gd name="connsiteY3" fmla="*/ 0 h 4464050"/>
              <a:gd name="connsiteX4" fmla="*/ 1673781 w 4459850"/>
              <a:gd name="connsiteY4" fmla="*/ 0 h 4464050"/>
              <a:gd name="connsiteX5" fmla="*/ 2175191 w 4459850"/>
              <a:gd name="connsiteY5" fmla="*/ 570628 h 4464050"/>
              <a:gd name="connsiteX6" fmla="*/ 2175191 w 4459850"/>
              <a:gd name="connsiteY6" fmla="*/ 3893320 h 4464050"/>
              <a:gd name="connsiteX7" fmla="*/ 1673690 w 4459850"/>
              <a:gd name="connsiteY7" fmla="*/ 4464050 h 4464050"/>
              <a:gd name="connsiteX8" fmla="*/ 1672385 w 4459850"/>
              <a:gd name="connsiteY8" fmla="*/ 4464050 h 4464050"/>
              <a:gd name="connsiteX9" fmla="*/ 1672385 w 4459850"/>
              <a:gd name="connsiteY9" fmla="*/ 0 h 4464050"/>
              <a:gd name="connsiteX10" fmla="*/ 923822 w 4459850"/>
              <a:gd name="connsiteY10" fmla="*/ 0 h 4464050"/>
              <a:gd name="connsiteX11" fmla="*/ 925575 w 4459850"/>
              <a:gd name="connsiteY11" fmla="*/ 0 h 4464050"/>
              <a:gd name="connsiteX12" fmla="*/ 1555348 w 4459850"/>
              <a:gd name="connsiteY12" fmla="*/ 570628 h 4464050"/>
              <a:gd name="connsiteX13" fmla="*/ 1555348 w 4459850"/>
              <a:gd name="connsiteY13" fmla="*/ 3893320 h 4464050"/>
              <a:gd name="connsiteX14" fmla="*/ 925461 w 4459850"/>
              <a:gd name="connsiteY14" fmla="*/ 4464050 h 4464050"/>
              <a:gd name="connsiteX15" fmla="*/ 923822 w 4459850"/>
              <a:gd name="connsiteY15" fmla="*/ 4464050 h 4464050"/>
              <a:gd name="connsiteX16" fmla="*/ 923822 w 4459850"/>
              <a:gd name="connsiteY16" fmla="*/ 0 h 4464050"/>
              <a:gd name="connsiteX17" fmla="*/ 0 w 4459850"/>
              <a:gd name="connsiteY17" fmla="*/ 0 h 4464050"/>
              <a:gd name="connsiteX18" fmla="*/ 2239 w 4459850"/>
              <a:gd name="connsiteY18" fmla="*/ 0 h 4464050"/>
              <a:gd name="connsiteX19" fmla="*/ 806883 w 4459850"/>
              <a:gd name="connsiteY19" fmla="*/ 570628 h 4464050"/>
              <a:gd name="connsiteX20" fmla="*/ 806883 w 4459850"/>
              <a:gd name="connsiteY20" fmla="*/ 3893419 h 4464050"/>
              <a:gd name="connsiteX21" fmla="*/ 2234 w 4459850"/>
              <a:gd name="connsiteY21" fmla="*/ 4464050 h 4464050"/>
              <a:gd name="connsiteX22" fmla="*/ 0 w 4459850"/>
              <a:gd name="connsiteY22" fmla="*/ 4464050 h 4464050"/>
              <a:gd name="connsiteX23" fmla="*/ 0 w 4459850"/>
              <a:gd name="connsiteY23" fmla="*/ 0 h 4464050"/>
              <a:gd name="connsiteX0" fmla="*/ 1672385 w 2175191"/>
              <a:gd name="connsiteY0" fmla="*/ 0 h 4464050"/>
              <a:gd name="connsiteX1" fmla="*/ 1673781 w 2175191"/>
              <a:gd name="connsiteY1" fmla="*/ 0 h 4464050"/>
              <a:gd name="connsiteX2" fmla="*/ 2175191 w 2175191"/>
              <a:gd name="connsiteY2" fmla="*/ 570628 h 4464050"/>
              <a:gd name="connsiteX3" fmla="*/ 2175191 w 2175191"/>
              <a:gd name="connsiteY3" fmla="*/ 3893320 h 4464050"/>
              <a:gd name="connsiteX4" fmla="*/ 1673690 w 2175191"/>
              <a:gd name="connsiteY4" fmla="*/ 4464050 h 4464050"/>
              <a:gd name="connsiteX5" fmla="*/ 1672385 w 2175191"/>
              <a:gd name="connsiteY5" fmla="*/ 4464050 h 4464050"/>
              <a:gd name="connsiteX6" fmla="*/ 1672385 w 2175191"/>
              <a:gd name="connsiteY6" fmla="*/ 0 h 4464050"/>
              <a:gd name="connsiteX7" fmla="*/ 923822 w 2175191"/>
              <a:gd name="connsiteY7" fmla="*/ 0 h 4464050"/>
              <a:gd name="connsiteX8" fmla="*/ 925575 w 2175191"/>
              <a:gd name="connsiteY8" fmla="*/ 0 h 4464050"/>
              <a:gd name="connsiteX9" fmla="*/ 1555348 w 2175191"/>
              <a:gd name="connsiteY9" fmla="*/ 570628 h 4464050"/>
              <a:gd name="connsiteX10" fmla="*/ 1555348 w 2175191"/>
              <a:gd name="connsiteY10" fmla="*/ 3893320 h 4464050"/>
              <a:gd name="connsiteX11" fmla="*/ 925461 w 2175191"/>
              <a:gd name="connsiteY11" fmla="*/ 4464050 h 4464050"/>
              <a:gd name="connsiteX12" fmla="*/ 923822 w 2175191"/>
              <a:gd name="connsiteY12" fmla="*/ 4464050 h 4464050"/>
              <a:gd name="connsiteX13" fmla="*/ 923822 w 2175191"/>
              <a:gd name="connsiteY13" fmla="*/ 0 h 4464050"/>
              <a:gd name="connsiteX14" fmla="*/ 0 w 2175191"/>
              <a:gd name="connsiteY14" fmla="*/ 0 h 4464050"/>
              <a:gd name="connsiteX15" fmla="*/ 2239 w 2175191"/>
              <a:gd name="connsiteY15" fmla="*/ 0 h 4464050"/>
              <a:gd name="connsiteX16" fmla="*/ 806883 w 2175191"/>
              <a:gd name="connsiteY16" fmla="*/ 570628 h 4464050"/>
              <a:gd name="connsiteX17" fmla="*/ 806883 w 2175191"/>
              <a:gd name="connsiteY17" fmla="*/ 3893419 h 4464050"/>
              <a:gd name="connsiteX18" fmla="*/ 2234 w 2175191"/>
              <a:gd name="connsiteY18" fmla="*/ 4464050 h 4464050"/>
              <a:gd name="connsiteX19" fmla="*/ 0 w 2175191"/>
              <a:gd name="connsiteY19" fmla="*/ 4464050 h 4464050"/>
              <a:gd name="connsiteX20" fmla="*/ 0 w 2175191"/>
              <a:gd name="connsiteY20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75191" h="4464050">
                <a:moveTo>
                  <a:pt x="1672385" y="0"/>
                </a:moveTo>
                <a:lnTo>
                  <a:pt x="1673781" y="0"/>
                </a:lnTo>
                <a:lnTo>
                  <a:pt x="2175191" y="570628"/>
                </a:lnTo>
                <a:lnTo>
                  <a:pt x="2175191" y="3893320"/>
                </a:lnTo>
                <a:lnTo>
                  <a:pt x="1673690" y="4464050"/>
                </a:lnTo>
                <a:lnTo>
                  <a:pt x="1672385" y="4464050"/>
                </a:lnTo>
                <a:lnTo>
                  <a:pt x="1672385" y="0"/>
                </a:lnTo>
                <a:close/>
                <a:moveTo>
                  <a:pt x="923822" y="0"/>
                </a:moveTo>
                <a:lnTo>
                  <a:pt x="925575" y="0"/>
                </a:lnTo>
                <a:lnTo>
                  <a:pt x="1555348" y="570628"/>
                </a:lnTo>
                <a:lnTo>
                  <a:pt x="1555348" y="3893320"/>
                </a:lnTo>
                <a:lnTo>
                  <a:pt x="925461" y="4464050"/>
                </a:lnTo>
                <a:lnTo>
                  <a:pt x="923822" y="4464050"/>
                </a:lnTo>
                <a:lnTo>
                  <a:pt x="923822" y="0"/>
                </a:lnTo>
                <a:close/>
                <a:moveTo>
                  <a:pt x="0" y="0"/>
                </a:moveTo>
                <a:lnTo>
                  <a:pt x="2239" y="0"/>
                </a:lnTo>
                <a:lnTo>
                  <a:pt x="806883" y="570628"/>
                </a:lnTo>
                <a:lnTo>
                  <a:pt x="806883" y="3893419"/>
                </a:lnTo>
                <a:lnTo>
                  <a:pt x="2234" y="4464050"/>
                </a:lnTo>
                <a:lnTo>
                  <a:pt x="0" y="446405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C023564-A8C0-59B7-53F7-E6D3FBAED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FB4EB314-852D-72BC-611E-E5DB54F4B7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4094988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94" userDrawn="1">
          <p15:clr>
            <a:srgbClr val="547EBF"/>
          </p15:clr>
        </p15:guide>
        <p15:guide id="3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29">
            <a:extLst>
              <a:ext uri="{FF2B5EF4-FFF2-40B4-BE49-F238E27FC236}">
                <a16:creationId xmlns:a16="http://schemas.microsoft.com/office/drawing/2014/main" id="{CB11B69D-F8A0-EBDF-8FDF-F6C59FB328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09628" y="411164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162FE58C-01D8-66F8-BE7C-FC85A10D21A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15926" y="824441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Picture Placeholder 29">
            <a:extLst>
              <a:ext uri="{FF2B5EF4-FFF2-40B4-BE49-F238E27FC236}">
                <a16:creationId xmlns:a16="http://schemas.microsoft.com/office/drawing/2014/main" id="{6557B76C-2C46-F1C3-C076-3C704E6244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22224" y="1237718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47D551-215C-3522-32F8-C9D8DCC05F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C4FDA7A-45DE-2F23-B5FE-DC23C4A6EE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163310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547EBF"/>
          </p15:clr>
        </p15:guide>
        <p15:guide id="2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8DDDC-9903-BFAF-5E9A-336758A7278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751BA-2840-1E69-BC9D-BD21DB693D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645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0318A8-2CAD-CDEC-768A-B5B13AD3C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D2D1FC-FCB0-BFA6-7B56-667F7747CFD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40513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CE6EB6D-9FE3-72B5-4E71-59226A87B5D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60900" y="1239838"/>
            <a:ext cx="40513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13C02B7-ADC8-2D9F-6E44-62115A7D322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21117ED-42A8-FDD1-011C-74C6935B09A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FF4320-CD95-4F2D-D445-C3F1316C08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5592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54C2418-D456-4DAC-9417-8C4FF4CB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417D00D-064A-EDFA-25E2-5D87150B171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1239838"/>
            <a:ext cx="26280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4EF7F72-DE1C-A6C0-D702-2B69B66FE2D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58000" y="1239838"/>
            <a:ext cx="26280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A57B1CE-A1AF-2297-DD9E-CCAEDCF5AD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84200" y="1239838"/>
            <a:ext cx="26280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316DCDEE-445E-7C5A-4805-9E2DEF37355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A610568-7520-45F3-EF90-8771A38361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D453492-B08E-4544-45EA-5F38E5CE27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8312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54C2418-D456-4DAC-9417-8C4FF4CB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985AB61-0C88-34B0-135B-840C3CA67A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800" y="1239838"/>
            <a:ext cx="2628000" cy="1625910"/>
          </a:xfrm>
          <a:noFill/>
        </p:spPr>
        <p:txBody>
          <a:bodyPr anchor="b" anchorCtr="0">
            <a:noAutofit/>
          </a:bodyPr>
          <a:lstStyle>
            <a:lvl1pPr algn="ctr">
              <a:defRPr sz="6000">
                <a:solidFill>
                  <a:schemeClr val="accent1"/>
                </a:solidFill>
                <a:latin typeface="+mj-lt"/>
              </a:defRPr>
            </a:lvl1pPr>
            <a:lvl5pPr algn="ctr">
              <a:defRPr sz="4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Value</a:t>
            </a:r>
            <a:endParaRPr lang="en-US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1EC949D-0C4A-89D8-1DA2-73269CDF4B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8000" y="1239838"/>
            <a:ext cx="2628000" cy="1625910"/>
          </a:xfrm>
          <a:noFill/>
        </p:spPr>
        <p:txBody>
          <a:bodyPr anchor="b" anchorCtr="0">
            <a:noAutofit/>
          </a:bodyPr>
          <a:lstStyle>
            <a:lvl1pPr algn="ctr">
              <a:defRPr sz="6000">
                <a:solidFill>
                  <a:schemeClr val="accent1"/>
                </a:solidFill>
                <a:latin typeface="+mj-lt"/>
              </a:defRPr>
            </a:lvl1pPr>
            <a:lvl5pPr algn="ctr">
              <a:defRPr sz="4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Value</a:t>
            </a:r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BDF6531-7792-62FD-1FA4-E5586F07B6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84200" y="1239838"/>
            <a:ext cx="2628000" cy="1625910"/>
          </a:xfrm>
          <a:noFill/>
        </p:spPr>
        <p:txBody>
          <a:bodyPr anchor="b" anchorCtr="0">
            <a:noAutofit/>
          </a:bodyPr>
          <a:lstStyle>
            <a:lvl1pPr algn="ctr">
              <a:defRPr sz="6000">
                <a:solidFill>
                  <a:schemeClr val="accent1"/>
                </a:solidFill>
                <a:latin typeface="+mj-lt"/>
              </a:defRPr>
            </a:lvl1pPr>
            <a:lvl5pPr algn="ctr">
              <a:defRPr sz="4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Value</a:t>
            </a:r>
            <a:endParaRPr lang="en-US" dirty="0"/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384041AE-73BA-2B61-19D1-9EDA754430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2969442"/>
            <a:ext cx="2628000" cy="154699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CECEA6A9-3372-56EF-4363-2D117AC1CE8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58000" y="2969442"/>
            <a:ext cx="2628000" cy="154699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3" name="Content Placeholder 17">
            <a:extLst>
              <a:ext uri="{FF2B5EF4-FFF2-40B4-BE49-F238E27FC236}">
                <a16:creationId xmlns:a16="http://schemas.microsoft.com/office/drawing/2014/main" id="{40543E32-3DD0-93DE-E2AD-63B4AF51222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84200" y="2969442"/>
            <a:ext cx="2628000" cy="154699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8707A416-C804-78B6-478D-CA50D6EE075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78285B88-6A20-F5A8-E6DF-45224F9CA62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574C5699-8F51-E4E5-F43C-EF08CAAFFD8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8971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vs 2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1239838"/>
            <a:ext cx="2627314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40088" y="1239838"/>
            <a:ext cx="5472112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95B23-4CE8-0F83-C354-D09F3255C45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14E36-F7C6-9ABF-11CE-4422BC510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F03D68-8FE8-BC7B-6013-06EB917B650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1475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vs 2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1239838"/>
            <a:ext cx="18000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411799" y="1239838"/>
            <a:ext cx="6300401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95B23-4CE8-0F83-C354-D09F3255C45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14E36-F7C6-9ABF-11CE-4422BC510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F03D68-8FE8-BC7B-6013-06EB917B650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4605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vs 1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67425" y="1239838"/>
            <a:ext cx="2644775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801" y="1239838"/>
            <a:ext cx="545465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F516B-2ACE-0F0C-86DB-AFFA27054DC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8785-29C5-511B-B330-BF0D04AE424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741B5-C764-5AD3-6589-05D9A6F73F2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8916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vs 1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912200" y="1239838"/>
            <a:ext cx="18000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800" y="1239838"/>
            <a:ext cx="6300401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F516B-2ACE-0F0C-86DB-AFFA27054DC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8785-29C5-511B-B330-BF0D04AE424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741B5-C764-5AD3-6589-05D9A6F73F2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38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ked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9">
            <a:extLst>
              <a:ext uri="{FF2B5EF4-FFF2-40B4-BE49-F238E27FC236}">
                <a16:creationId xmlns:a16="http://schemas.microsoft.com/office/drawing/2014/main" id="{D3168A0B-0555-C19D-DF7D-D05F787BD2E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905335" y="446286"/>
            <a:ext cx="3801078" cy="4070152"/>
          </a:xfrm>
          <a:custGeom>
            <a:avLst/>
            <a:gdLst>
              <a:gd name="connsiteX0" fmla="*/ 1155877 w 3193298"/>
              <a:gd name="connsiteY0" fmla="*/ 0 h 3419348"/>
              <a:gd name="connsiteX1" fmla="*/ 3193298 w 3193298"/>
              <a:gd name="connsiteY1" fmla="*/ 0 h 3419348"/>
              <a:gd name="connsiteX2" fmla="*/ 3193298 w 3193298"/>
              <a:gd name="connsiteY2" fmla="*/ 2420979 h 3419348"/>
              <a:gd name="connsiteX3" fmla="*/ 2964764 w 3193298"/>
              <a:gd name="connsiteY3" fmla="*/ 2420979 h 3419348"/>
              <a:gd name="connsiteX4" fmla="*/ 2964764 w 3193298"/>
              <a:gd name="connsiteY4" fmla="*/ 2623261 h 3419348"/>
              <a:gd name="connsiteX5" fmla="*/ 2736229 w 3193298"/>
              <a:gd name="connsiteY5" fmla="*/ 2623261 h 3419348"/>
              <a:gd name="connsiteX6" fmla="*/ 2736229 w 3193298"/>
              <a:gd name="connsiteY6" fmla="*/ 2818985 h 3419348"/>
              <a:gd name="connsiteX7" fmla="*/ 2501130 w 3193298"/>
              <a:gd name="connsiteY7" fmla="*/ 2818985 h 3419348"/>
              <a:gd name="connsiteX8" fmla="*/ 2501130 w 3193298"/>
              <a:gd name="connsiteY8" fmla="*/ 3021342 h 3419348"/>
              <a:gd name="connsiteX9" fmla="*/ 2272521 w 3193298"/>
              <a:gd name="connsiteY9" fmla="*/ 3021342 h 3419348"/>
              <a:gd name="connsiteX10" fmla="*/ 2272521 w 3193298"/>
              <a:gd name="connsiteY10" fmla="*/ 3223624 h 3419348"/>
              <a:gd name="connsiteX11" fmla="*/ 2043986 w 3193298"/>
              <a:gd name="connsiteY11" fmla="*/ 3223624 h 3419348"/>
              <a:gd name="connsiteX12" fmla="*/ 2043986 w 3193298"/>
              <a:gd name="connsiteY12" fmla="*/ 3419348 h 3419348"/>
              <a:gd name="connsiteX13" fmla="*/ 0 w 3193298"/>
              <a:gd name="connsiteY13" fmla="*/ 3419348 h 3419348"/>
              <a:gd name="connsiteX14" fmla="*/ 0 w 3193298"/>
              <a:gd name="connsiteY14" fmla="*/ 1004927 h 3419348"/>
              <a:gd name="connsiteX15" fmla="*/ 235099 w 3193298"/>
              <a:gd name="connsiteY15" fmla="*/ 1004927 h 3419348"/>
              <a:gd name="connsiteX16" fmla="*/ 235099 w 3193298"/>
              <a:gd name="connsiteY16" fmla="*/ 802645 h 3419348"/>
              <a:gd name="connsiteX17" fmla="*/ 463634 w 3193298"/>
              <a:gd name="connsiteY17" fmla="*/ 802645 h 3419348"/>
              <a:gd name="connsiteX18" fmla="*/ 463634 w 3193298"/>
              <a:gd name="connsiteY18" fmla="*/ 600362 h 3419348"/>
              <a:gd name="connsiteX19" fmla="*/ 692243 w 3193298"/>
              <a:gd name="connsiteY19" fmla="*/ 600362 h 3419348"/>
              <a:gd name="connsiteX20" fmla="*/ 692243 w 3193298"/>
              <a:gd name="connsiteY20" fmla="*/ 404564 h 3419348"/>
              <a:gd name="connsiteX21" fmla="*/ 920778 w 3193298"/>
              <a:gd name="connsiteY21" fmla="*/ 404564 h 3419348"/>
              <a:gd name="connsiteX22" fmla="*/ 920778 w 3193298"/>
              <a:gd name="connsiteY22" fmla="*/ 202281 h 3419348"/>
              <a:gd name="connsiteX23" fmla="*/ 1155877 w 3193298"/>
              <a:gd name="connsiteY23" fmla="*/ 202281 h 341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193298" h="3419348">
                <a:moveTo>
                  <a:pt x="1155877" y="0"/>
                </a:moveTo>
                <a:lnTo>
                  <a:pt x="3193298" y="0"/>
                </a:lnTo>
                <a:lnTo>
                  <a:pt x="3193298" y="2420979"/>
                </a:lnTo>
                <a:lnTo>
                  <a:pt x="2964764" y="2420979"/>
                </a:lnTo>
                <a:lnTo>
                  <a:pt x="2964764" y="2623261"/>
                </a:lnTo>
                <a:lnTo>
                  <a:pt x="2736229" y="2623261"/>
                </a:lnTo>
                <a:lnTo>
                  <a:pt x="2736229" y="2818985"/>
                </a:lnTo>
                <a:lnTo>
                  <a:pt x="2501130" y="2818985"/>
                </a:lnTo>
                <a:lnTo>
                  <a:pt x="2501130" y="3021342"/>
                </a:lnTo>
                <a:lnTo>
                  <a:pt x="2272521" y="3021342"/>
                </a:lnTo>
                <a:lnTo>
                  <a:pt x="2272521" y="3223624"/>
                </a:lnTo>
                <a:lnTo>
                  <a:pt x="2043986" y="3223624"/>
                </a:lnTo>
                <a:lnTo>
                  <a:pt x="2043986" y="3419348"/>
                </a:lnTo>
                <a:lnTo>
                  <a:pt x="0" y="3419348"/>
                </a:lnTo>
                <a:lnTo>
                  <a:pt x="0" y="1004927"/>
                </a:lnTo>
                <a:lnTo>
                  <a:pt x="235099" y="1004927"/>
                </a:lnTo>
                <a:lnTo>
                  <a:pt x="235099" y="802645"/>
                </a:lnTo>
                <a:lnTo>
                  <a:pt x="463634" y="802645"/>
                </a:lnTo>
                <a:lnTo>
                  <a:pt x="463634" y="600362"/>
                </a:lnTo>
                <a:lnTo>
                  <a:pt x="692243" y="600362"/>
                </a:lnTo>
                <a:lnTo>
                  <a:pt x="692243" y="404564"/>
                </a:lnTo>
                <a:lnTo>
                  <a:pt x="920778" y="404564"/>
                </a:lnTo>
                <a:lnTo>
                  <a:pt x="920778" y="202281"/>
                </a:lnTo>
                <a:lnTo>
                  <a:pt x="1155877" y="202281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22BA005-88CE-AF23-D026-9AAABD8F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4051300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494550A-5643-FA03-A883-2DBAD62FED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4051300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F0E0EF7-F728-ACF9-4DAF-02507A5397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E0C92D8-3688-4771-2EB7-E5978942ADA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8CA4690-B355-6823-5C1B-450E64DC6E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9579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35262-E7DC-8CEA-04A4-5FD4AD8997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67425" y="0"/>
            <a:ext cx="3076575" cy="514350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F91A03-685E-A91F-E992-9F3060FEF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5454650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FD5CB3C-1FE9-F0D8-364C-C1D813C9D4E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5454650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3142EEC-31D5-03B8-5CCD-950A1A71223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35B9C22-6447-F2D3-3258-E69EFAE403A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E9F3593-2AF6-50A5-6BF8-306DF4FD892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1113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D8DEF5-F1E0-654A-F1F4-1A3201DDAE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84783" y="428626"/>
            <a:ext cx="2627313" cy="4087812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50EC97-798E-0CCE-656F-D590BA7C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24597A9-C0B4-7EA4-9E06-263DA9D834C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5454650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B89C0E1-94EA-B182-FC6B-2B31EDB4F77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A5D0958-F709-85CC-5F28-5C37E907F1B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68C3250-B02B-099F-E9FB-3EBD124FFB6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6376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D8DEF5-F1E0-654A-F1F4-1A3201DDAE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800" y="428624"/>
            <a:ext cx="2627313" cy="4087813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C5CEB81-17E2-A76F-349F-9107B9EA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88" y="428625"/>
            <a:ext cx="5472112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C50047-824E-09AB-3A7B-C7116E9FF95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40088" y="1239838"/>
            <a:ext cx="5472112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C265C5-A8C5-FC51-48BA-FB2B527ED3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FF7712D-A0E6-8935-0902-5685204BDF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6343E77-BEA8-0AAC-5BC6-880EBBD829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0400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extra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3B5B08-F499-CEEF-6D82-9A22E374BD9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240089" y="0"/>
            <a:ext cx="5903912" cy="5143500"/>
          </a:xfrm>
          <a:solidFill>
            <a:schemeClr val="tx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A8C2371-95DB-A5FC-F16F-AE205C86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C32CF2E-C3BC-9887-D9D5-B11908277EA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8C6B807-4F7E-F6C0-B9E1-5400E9E08E8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B6078A1-E8F2-7E90-7C4D-44601B5D9C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255E3EB-FCAF-00F8-3267-FEBE102F4CF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403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extra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3B5B08-F499-CEEF-6D82-9A22E374BD9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240089" y="428625"/>
            <a:ext cx="5472111" cy="4087814"/>
          </a:xfrm>
          <a:solidFill>
            <a:schemeClr val="tx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A8C2371-95DB-A5FC-F16F-AE205C86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C32CF2E-C3BC-9887-D9D5-B11908277EA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39BBC-394F-3025-AE20-6D850FF127E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C4EF8-986C-0F8F-1427-3C9010CAC8D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C431A-E416-24FB-9081-8575777B0F4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5007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9ECE5E-5953-C51A-A944-AFD82EE603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40088" y="430212"/>
            <a:ext cx="5472112" cy="408622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10A3DBE-718E-46DD-01BD-968AF8BC1C2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21D6468-B655-C8C3-928E-09FE78A4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0313728-DF53-AECA-6F9B-733F13A582D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E795482-8D98-C471-8860-9030371DF2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43AD9BC-16F2-A54C-21EC-550EAA71F2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060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Information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D9FE8A-9E17-6752-19CF-8AE306471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4051300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756C61-4B2E-3294-86A7-AC5D31BCF8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800" y="1239838"/>
            <a:ext cx="40513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3B6BDA0-EAC4-4EBF-6B51-53817562ECA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60900" y="428624"/>
            <a:ext cx="4051300" cy="40878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91C55DC-AC33-2AA4-E244-53F3A9E330A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8FC04D8-6C07-234C-DDA0-50FB2590157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E29179E-18DA-45B0-D48D-DF3ABFC4B7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1839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One Speaker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93CBA7-2AB7-4088-D21F-9E3972EBDD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F152DA-058C-054C-07DB-EE09BACC6C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12523" y="463215"/>
            <a:ext cx="3027600" cy="4042800"/>
          </a:xfrm>
          <a:solidFill>
            <a:schemeClr val="tx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B364C33-A413-514B-F605-A7357766877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31800" y="3090440"/>
            <a:ext cx="2628000" cy="14259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spcAft>
                <a:spcPts val="120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>
              <a:buNone/>
              <a:defRPr sz="1100">
                <a:solidFill>
                  <a:schemeClr val="tx1"/>
                </a:solidFill>
              </a:defRPr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6AD11AB-D473-6C67-57B3-FF5B6FFF1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239838"/>
            <a:ext cx="2627113" cy="16079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58CEB-295F-D247-0101-C871FB7E6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28625"/>
            <a:ext cx="4051100" cy="6302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C8C52B6-FF52-78EC-3370-6EA5EA221F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E7D-266F-175A-F041-E50AD7CB7B9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E6BA8-F680-BC9C-E465-2733A6260E3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1C6DDD-3AF4-3F82-A267-CF6E338A602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94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One Speaker Grap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0B8364-FFC6-CA73-8368-A499D783F9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674"/>
            <a:ext cx="9144000" cy="51435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F152DA-058C-054C-07DB-EE09BACC6C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12523" y="463215"/>
            <a:ext cx="3027600" cy="4042800"/>
          </a:xfrm>
          <a:solidFill>
            <a:schemeClr val="tx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B364C33-A413-514B-F605-A7357766877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31800" y="3090440"/>
            <a:ext cx="2628000" cy="14259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spcAft>
                <a:spcPts val="120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>
              <a:buNone/>
              <a:defRPr sz="1100">
                <a:solidFill>
                  <a:schemeClr val="tx1"/>
                </a:solidFill>
              </a:defRPr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6AD11AB-D473-6C67-57B3-FF5B6FFF1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239838"/>
            <a:ext cx="2627113" cy="16079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122524-CBD6-B34E-F711-00A450DC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28625"/>
            <a:ext cx="4051100" cy="6302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42103A1-C19B-4710-BF23-05B8E8E95A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2614AF4-3592-861D-97B8-EE9E3C7DED6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7A4CF8-F77D-D771-5286-A766FA670BB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8B51C-9E9B-5ED5-1F72-83172617D20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8331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One Speaker 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5D3D1B-E3D3-AB1B-D143-10AF747C5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F152DA-058C-054C-07DB-EE09BACC6C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12523" y="463215"/>
            <a:ext cx="3027600" cy="4042800"/>
          </a:xfrm>
          <a:solidFill>
            <a:schemeClr val="tx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B364C33-A413-514B-F605-A7357766877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31800" y="3090440"/>
            <a:ext cx="2628000" cy="14259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spcAft>
                <a:spcPts val="120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>
              <a:buNone/>
              <a:defRPr sz="1100">
                <a:solidFill>
                  <a:schemeClr val="tx1"/>
                </a:solidFill>
              </a:defRPr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6AD11AB-D473-6C67-57B3-FF5B6FFF1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239838"/>
            <a:ext cx="2627113" cy="16079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B2935-FAD1-1791-D5B8-44B3A222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28625"/>
            <a:ext cx="4051100" cy="6302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CDC90DA-242A-7E08-23F5-78BEC3FA94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FBD1974-02AE-680E-A038-2C5F9C804B9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FD34A61-54A2-00C2-E7EC-DBA984C8D76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D1CFED-4A28-21C9-319E-8E08AD661A2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737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heading onl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02" y="1599406"/>
            <a:ext cx="4051300" cy="1944688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29">
            <a:extLst>
              <a:ext uri="{FF2B5EF4-FFF2-40B4-BE49-F238E27FC236}">
                <a16:creationId xmlns:a16="http://schemas.microsoft.com/office/drawing/2014/main" id="{32382752-6AAC-4C49-57BC-B5DC63F678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57421" y="-724432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7" name="Picture Placeholder 29">
            <a:extLst>
              <a:ext uri="{FF2B5EF4-FFF2-40B4-BE49-F238E27FC236}">
                <a16:creationId xmlns:a16="http://schemas.microsoft.com/office/drawing/2014/main" id="{5F8681D4-5943-149A-AB68-476E4D76F83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003715" y="-295807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8" name="Picture Placeholder 29">
            <a:extLst>
              <a:ext uri="{FF2B5EF4-FFF2-40B4-BE49-F238E27FC236}">
                <a16:creationId xmlns:a16="http://schemas.microsoft.com/office/drawing/2014/main" id="{379CE92C-4017-4178-B601-ADE20527D2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350009" y="132818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A218E014-B1A2-A155-EDC6-037D40F838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696303" y="561443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3" name="Picture Placeholder 29">
            <a:extLst>
              <a:ext uri="{FF2B5EF4-FFF2-40B4-BE49-F238E27FC236}">
                <a16:creationId xmlns:a16="http://schemas.microsoft.com/office/drawing/2014/main" id="{E9C5E5A2-3DA7-6FA5-ADB2-6D441CC461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2597" y="990068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Picture Placeholder 29">
            <a:extLst>
              <a:ext uri="{FF2B5EF4-FFF2-40B4-BE49-F238E27FC236}">
                <a16:creationId xmlns:a16="http://schemas.microsoft.com/office/drawing/2014/main" id="{B9FF9038-CC52-0DA2-647C-5DB82FFC4E5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8891" y="1418693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57AB831-E309-E2A9-1162-A07B0ADCEBE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69F1CAA-1970-E0D8-E4F9-E75BF3DE9C6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CB7459C-BD5D-8559-0442-D6E473598DC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5292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3" pos="1791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heading onl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2CDC2CA3-D176-F048-3B40-1D07CB40FF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56114" y="930150"/>
            <a:ext cx="1288800" cy="3283200"/>
          </a:xfrm>
          <a:custGeom>
            <a:avLst/>
            <a:gdLst>
              <a:gd name="connsiteX0" fmla="*/ 1288800 w 1288800"/>
              <a:gd name="connsiteY0" fmla="*/ 0 h 3283200"/>
              <a:gd name="connsiteX1" fmla="*/ 1288800 w 1288800"/>
              <a:gd name="connsiteY1" fmla="*/ 3283200 h 3283200"/>
              <a:gd name="connsiteX2" fmla="*/ 679913 w 1288800"/>
              <a:gd name="connsiteY2" fmla="*/ 2862614 h 3283200"/>
              <a:gd name="connsiteX3" fmla="*/ 679913 w 1288800"/>
              <a:gd name="connsiteY3" fmla="*/ 420588 h 3283200"/>
              <a:gd name="connsiteX4" fmla="*/ 608888 w 1288800"/>
              <a:gd name="connsiteY4" fmla="*/ 0 h 3283200"/>
              <a:gd name="connsiteX5" fmla="*/ 608888 w 1288800"/>
              <a:gd name="connsiteY5" fmla="*/ 3283200 h 3283200"/>
              <a:gd name="connsiteX6" fmla="*/ 0 w 1288800"/>
              <a:gd name="connsiteY6" fmla="*/ 2862614 h 3283200"/>
              <a:gd name="connsiteX7" fmla="*/ 0 w 1288800"/>
              <a:gd name="connsiteY7" fmla="*/ 420588 h 3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800" h="3283200">
                <a:moveTo>
                  <a:pt x="1288800" y="0"/>
                </a:moveTo>
                <a:lnTo>
                  <a:pt x="1288800" y="3283200"/>
                </a:lnTo>
                <a:lnTo>
                  <a:pt x="679913" y="2862614"/>
                </a:lnTo>
                <a:lnTo>
                  <a:pt x="679913" y="420588"/>
                </a:lnTo>
                <a:close/>
                <a:moveTo>
                  <a:pt x="608888" y="0"/>
                </a:moveTo>
                <a:lnTo>
                  <a:pt x="608888" y="3283200"/>
                </a:lnTo>
                <a:lnTo>
                  <a:pt x="0" y="2862614"/>
                </a:lnTo>
                <a:lnTo>
                  <a:pt x="0" y="420588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02" y="1599406"/>
            <a:ext cx="4051300" cy="1944688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3DE3BFB5-899E-1535-8CE4-BAA8259800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45956" y="930150"/>
            <a:ext cx="1288800" cy="3283200"/>
          </a:xfrm>
          <a:custGeom>
            <a:avLst/>
            <a:gdLst>
              <a:gd name="connsiteX0" fmla="*/ 1288800 w 1288800"/>
              <a:gd name="connsiteY0" fmla="*/ 0 h 3283200"/>
              <a:gd name="connsiteX1" fmla="*/ 1288800 w 1288800"/>
              <a:gd name="connsiteY1" fmla="*/ 3283200 h 3283200"/>
              <a:gd name="connsiteX2" fmla="*/ 679913 w 1288800"/>
              <a:gd name="connsiteY2" fmla="*/ 2862614 h 3283200"/>
              <a:gd name="connsiteX3" fmla="*/ 679913 w 1288800"/>
              <a:gd name="connsiteY3" fmla="*/ 420588 h 3283200"/>
              <a:gd name="connsiteX4" fmla="*/ 608888 w 1288800"/>
              <a:gd name="connsiteY4" fmla="*/ 0 h 3283200"/>
              <a:gd name="connsiteX5" fmla="*/ 608888 w 1288800"/>
              <a:gd name="connsiteY5" fmla="*/ 3283200 h 3283200"/>
              <a:gd name="connsiteX6" fmla="*/ 0 w 1288800"/>
              <a:gd name="connsiteY6" fmla="*/ 2862614 h 3283200"/>
              <a:gd name="connsiteX7" fmla="*/ 0 w 1288800"/>
              <a:gd name="connsiteY7" fmla="*/ 420588 h 3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800" h="3283200">
                <a:moveTo>
                  <a:pt x="1288800" y="0"/>
                </a:moveTo>
                <a:lnTo>
                  <a:pt x="1288800" y="3283200"/>
                </a:lnTo>
                <a:lnTo>
                  <a:pt x="679913" y="2862614"/>
                </a:lnTo>
                <a:lnTo>
                  <a:pt x="679913" y="420588"/>
                </a:lnTo>
                <a:close/>
                <a:moveTo>
                  <a:pt x="608888" y="0"/>
                </a:moveTo>
                <a:lnTo>
                  <a:pt x="608888" y="3283200"/>
                </a:lnTo>
                <a:lnTo>
                  <a:pt x="0" y="2862614"/>
                </a:lnTo>
                <a:lnTo>
                  <a:pt x="0" y="420588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83D36DA0-8155-A164-37F4-6DADEA5EF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35798" y="930150"/>
            <a:ext cx="1288800" cy="3283200"/>
          </a:xfrm>
          <a:custGeom>
            <a:avLst/>
            <a:gdLst>
              <a:gd name="connsiteX0" fmla="*/ 1288800 w 1288800"/>
              <a:gd name="connsiteY0" fmla="*/ 0 h 3283200"/>
              <a:gd name="connsiteX1" fmla="*/ 1288800 w 1288800"/>
              <a:gd name="connsiteY1" fmla="*/ 3283200 h 3283200"/>
              <a:gd name="connsiteX2" fmla="*/ 679913 w 1288800"/>
              <a:gd name="connsiteY2" fmla="*/ 2862614 h 3283200"/>
              <a:gd name="connsiteX3" fmla="*/ 679913 w 1288800"/>
              <a:gd name="connsiteY3" fmla="*/ 420588 h 3283200"/>
              <a:gd name="connsiteX4" fmla="*/ 608888 w 1288800"/>
              <a:gd name="connsiteY4" fmla="*/ 0 h 3283200"/>
              <a:gd name="connsiteX5" fmla="*/ 608888 w 1288800"/>
              <a:gd name="connsiteY5" fmla="*/ 3283200 h 3283200"/>
              <a:gd name="connsiteX6" fmla="*/ 0 w 1288800"/>
              <a:gd name="connsiteY6" fmla="*/ 2862614 h 3283200"/>
              <a:gd name="connsiteX7" fmla="*/ 0 w 1288800"/>
              <a:gd name="connsiteY7" fmla="*/ 420588 h 3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800" h="3283200">
                <a:moveTo>
                  <a:pt x="1288800" y="0"/>
                </a:moveTo>
                <a:lnTo>
                  <a:pt x="1288800" y="3283200"/>
                </a:lnTo>
                <a:lnTo>
                  <a:pt x="679913" y="2862614"/>
                </a:lnTo>
                <a:lnTo>
                  <a:pt x="679913" y="420588"/>
                </a:lnTo>
                <a:close/>
                <a:moveTo>
                  <a:pt x="608888" y="0"/>
                </a:moveTo>
                <a:lnTo>
                  <a:pt x="608888" y="3283200"/>
                </a:lnTo>
                <a:lnTo>
                  <a:pt x="0" y="2862614"/>
                </a:lnTo>
                <a:lnTo>
                  <a:pt x="0" y="420588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64" name="Date Placeholder 63">
            <a:extLst>
              <a:ext uri="{FF2B5EF4-FFF2-40B4-BE49-F238E27FC236}">
                <a16:creationId xmlns:a16="http://schemas.microsoft.com/office/drawing/2014/main" id="{F014DD11-2B27-F8D6-DEFE-C1403A9A5B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5" name="Footer Placeholder 64">
            <a:extLst>
              <a:ext uri="{FF2B5EF4-FFF2-40B4-BE49-F238E27FC236}">
                <a16:creationId xmlns:a16="http://schemas.microsoft.com/office/drawing/2014/main" id="{488391DB-10E0-47B1-01B7-AE92CDCA13C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B9F156C1-7703-1CFD-3B04-34BE83A08F2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8842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3" pos="1791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3D22629-AACC-C893-6943-13D0F102FD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84887" y="430213"/>
            <a:ext cx="2628000" cy="241200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C327A-2719-4897-2E0E-132CA0C33E2D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84887" y="3090441"/>
            <a:ext cx="2628000" cy="1389484"/>
          </a:xfrm>
        </p:spPr>
        <p:txBody>
          <a:bodyPr/>
          <a:lstStyle>
            <a:lvl1pPr marL="0" indent="0">
              <a:buNone/>
              <a:defRPr sz="1600"/>
            </a:lvl1pPr>
            <a:lvl2pPr marL="0" indent="0">
              <a:buNone/>
              <a:defRPr sz="1400" b="1"/>
            </a:lvl2pPr>
            <a:lvl3pPr marL="0" indent="0">
              <a:spcAft>
                <a:spcPts val="1200"/>
              </a:spcAft>
              <a:buNone/>
              <a:defRPr sz="1400"/>
            </a:lvl3pPr>
            <a:lvl4pPr marL="0" indent="0">
              <a:buNone/>
              <a:defRPr sz="11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FF65693-F1FD-4BAE-0382-AD4943C7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5454650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1D11CE8-9FF0-8FB3-3EA4-F2FD11B4C05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800" y="1239837"/>
            <a:ext cx="5454650" cy="32766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736CA55-88EC-8ED2-B2A1-C02176A6F5E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B72FD2F-D520-3B33-E031-262D1C6952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92194F8-4608-CA2B-F7A6-FAE21308D5E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4629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94955A-6C35-0A99-3112-4B2335D735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49613" y="430213"/>
            <a:ext cx="2628000" cy="241200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3D22629-AACC-C893-6943-13D0F102FD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84887" y="430213"/>
            <a:ext cx="2628000" cy="241200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7518CB2-BCC0-67CE-C411-8E5B94AD77A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249613" y="3090441"/>
            <a:ext cx="2628000" cy="1389484"/>
          </a:xfrm>
        </p:spPr>
        <p:txBody>
          <a:bodyPr/>
          <a:lstStyle>
            <a:lvl1pPr marL="0" indent="0">
              <a:buNone/>
              <a:defRPr sz="1600"/>
            </a:lvl1pPr>
            <a:lvl2pPr marL="0" indent="0">
              <a:buNone/>
              <a:defRPr sz="1400" b="1"/>
            </a:lvl2pPr>
            <a:lvl3pPr marL="0" indent="0">
              <a:spcAft>
                <a:spcPts val="1200"/>
              </a:spcAft>
              <a:buNone/>
              <a:defRPr sz="1400"/>
            </a:lvl3pPr>
            <a:lvl4pPr marL="0" indent="0">
              <a:buNone/>
              <a:defRPr sz="11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19B357C-3E5E-AC89-0543-249DE97A476D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84887" y="3090441"/>
            <a:ext cx="2628000" cy="1389484"/>
          </a:xfrm>
        </p:spPr>
        <p:txBody>
          <a:bodyPr/>
          <a:lstStyle>
            <a:lvl1pPr marL="0" indent="0">
              <a:buNone/>
              <a:defRPr sz="1600"/>
            </a:lvl1pPr>
            <a:lvl2pPr marL="0" indent="0">
              <a:buNone/>
              <a:defRPr sz="1400" b="1"/>
            </a:lvl2pPr>
            <a:lvl3pPr marL="0" indent="0">
              <a:spcAft>
                <a:spcPts val="1200"/>
              </a:spcAft>
              <a:buNone/>
              <a:defRPr sz="1400"/>
            </a:lvl3pPr>
            <a:lvl4pPr marL="0" indent="0">
              <a:buNone/>
              <a:defRPr sz="11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F38859-D1C1-4D86-C9FE-6CBBF5FE2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8C83DB3-DFEC-7527-9A0E-57629B10AB0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808ACBE-00C7-A2CE-D429-1D7F0FE8845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6AC1E29-1D0A-50AE-1153-91C38BD0D56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82EB3F2-FC23-6612-0C05-7AB4771415A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6331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less than 4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3D22629-AACC-C893-6943-13D0F102FD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54375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427DA08C-177E-F04B-9C15-E22EE08573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69896" y="1610744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D3CEEB-B614-A1A5-E4A5-8885178F22E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5417" y="1610744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45019459-9679-8F48-4E11-4A53DEFBCCC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00937" y="1610744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99B1EB15-2AA1-BE6A-7606-2A7D7BF583C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254375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7E7E1F67-D5C5-475D-37A8-F97AEBEE3A46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669896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98E11567-E32A-37C4-605A-FF3FCECC8BF4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8541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2FDB62B-15C5-9CCB-B3CB-6247CEE74FA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50093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5F49F8C-FE74-7B8A-BC5B-3C4549BA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F1AE56F-FC2F-8B1A-D55F-425120F131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54375" y="1239838"/>
            <a:ext cx="5457825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9FBC734-062E-6F41-5510-2CB5A0DB84E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049F9C5E-D7AA-0F02-070D-96D053FF4F8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0CCDC90-CA2A-C50E-AEE0-5C354AEF7C2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76E706A-0FF9-DA8F-0C2D-C96D54DF6E9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7604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more than 4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AFCC1184-3DE3-8F04-8CF9-D417F31A39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54375" y="1239838"/>
            <a:ext cx="5457825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D31B236C-C114-3190-6B06-C940190626E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254375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CCBB9E89-9D54-5D73-94A9-4B95AE1C1FE0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669896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95B97352-951E-E924-1917-DAEE22D9ACB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85417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917C1FE-213A-643B-4405-AC952A023E6A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500937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90A86B70-8AC4-FCB6-685C-7DD07A274E8F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3254175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7D7C14DD-407D-07C6-497A-DC3E1DB28826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69696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E5137970-C136-1740-8D23-BDE74EAEC6AD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85217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3515153-C382-A4AA-2B1A-9E667578CF2B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7500737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B3E7B-8BAA-177B-DE7F-D25E4308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1999"/>
            <a:ext cx="8280000" cy="6268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A7327519-CC28-0210-A08B-69220EBD604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782F27-CD1B-085F-D3C8-3BD958B4537D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DB4F78-E25E-96F8-CD0D-3226BF34198A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CB2D31-FFE8-1331-2AF3-7022EB9F7FB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1333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less than 6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C237CC5-3A8A-4ADC-E68E-CABE38517D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239838"/>
            <a:ext cx="8280400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7761E2B-E846-942D-7A91-E535F6D7B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1F2D5110-43C7-E266-3CA5-AEC4AEA2FE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59454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6E2678D7-41D4-486F-FF4F-78C04CE57A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73281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1C6721DE-C642-F39D-0463-7360E045FD9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7108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99CF8B11-C1E7-E774-563D-8C710DF2ED7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00937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79FF5601-5F17-187C-AB46-ADB8C72EBDA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259454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EEC3B744-4E6C-AAAF-E440-2A014CCFD8B7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673281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B95A5C80-DAB6-A2F5-C295-AB80426D43DA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87108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E5FE90F1-EC32-69FD-AEF2-0710A6254081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50093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B4F18A0E-A745-69E0-6757-DAC2DE59D81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1800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5400D85E-B618-DE2D-2EAD-6DAC6CCDF146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431800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51BBF7E9-AAFF-17E0-B415-1D4E897FB72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845627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D2365336-BFD6-03F6-AF22-F302361D167F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184562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B43F45F1-73AE-354B-5227-885DC9D3A5B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715EA20-185E-1BEE-C190-1D349718ED0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FED1F77B-4203-47EB-654C-2693FA1183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8086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more than 8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B59006-3BBD-281F-78D1-D9352B75BFA0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8625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06FD665-8996-D763-D378-1F8C1C1F04AF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1843087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A6DA1A1-C8F3-25DB-1B58-CF796E169931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257549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566D6F6-0E3F-EE0A-BBC1-1589B98FF89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672011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2137304-3F5A-F067-1B98-F70E467B0F88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428625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54D785B4-1E7D-81DC-5654-49C69F189311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1843087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23AC1B5-5F47-BB1D-E8EA-585C0B1647D2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3257549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8E68E8D-F5B9-B58B-5831-66EA641AB681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4672011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BB07D1A-E13C-6B4F-6A33-9C40B1B00093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6086473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7EBAAB38-F3A7-5DE4-A3F0-6EE99A87E487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7500935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FAC1B36-70E1-2D2A-75AF-324C1B10CA52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6086473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B4B5F10B-4FDD-5D57-0116-DF3B28C404EA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7500935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FAC179E-C178-B33A-1969-ECA62CBC25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1800" y="1239838"/>
            <a:ext cx="8280400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7B589FB-7C6D-AF47-10F1-0447825B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710ACAE-3913-A896-C1B0-664A9135FAE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E78662B-DCB6-D231-01F7-BB4B6AB368A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E344883-160A-DA58-EA75-78B9547ED9E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305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751BA-2840-1E69-BC9D-BD21DB693D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9819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3" pos="1791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Pa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23A3-5C1E-2596-48C6-781B86C3E4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4"/>
            <a:ext cx="8274613" cy="151288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“Quote.”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6EDF-548C-40F3-B63E-35E5B45BF4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2765025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Source Name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51D527-B865-B700-5384-C1A786246B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0AE7742-4162-63D9-ECE7-7CCF75CC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699B3F-7C70-586A-CCF2-0647F1E7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0DCC8D-E0DC-4F08-4521-DFDC456D6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616207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39A3A30-A56F-E2FB-79FE-E2C2EACB066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chemeClr val="tx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96C22-5793-0FF1-1333-1D67A95A60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D23A3-5C1E-2596-48C6-781B86C3E4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4"/>
            <a:ext cx="8274613" cy="151288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“Quote.”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6EDF-548C-40F3-B63E-35E5B45BF4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2765025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Source Name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38489-AB97-3060-D572-9FD2AEE090A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CAFB21-56A2-05F0-1EE7-893E0C670C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307451-6A96-E1B9-2A8D-F3A3FE6804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756083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slide_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D033DE1-C9D1-F2F6-7B17-0FBA3B29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008FAA6-50EB-3DE9-3A27-95D51F6DF5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8280200" cy="3276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801E6-EF51-2725-8318-B6B617B61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81119D-C758-9369-D248-92C5CD96AE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C0D0642-313E-E31B-7543-3515E3105AD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008F28A-3951-0D91-22D0-1974A92728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0034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slide_I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DF316EA-5E27-88B1-60D7-DB80BD58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4ACE7ED-1324-94ED-1F75-92DE73E2D1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8280200" cy="3276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A83AFBA-20D8-B042-FBA7-88F1B124E2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68A4B-8D4B-322F-7092-09E53B59E4C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3A794-7A2E-42D3-34CB-1A1ADBCA3E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A04973B-97D4-2A21-42DD-CEEE3D38AC3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1740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slide_Grap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735EDF26-9E77-A64C-DCD3-7A6C5D167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DA1E8C03-B9C6-EE7E-E9B6-C38ABFC2B2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8280200" cy="3276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DE0EC10-2EFD-D692-9D76-FA2E4A2CA5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18F13-C921-76DA-17F2-458B4E98EA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3E6E6-3E34-82A3-4567-213BC4E790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3D974-2EC8-C50A-1A6A-905B3FCA36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4700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Grap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6B2645-26E6-4975-9387-703AA4AF49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4787900 w 9144000"/>
              <a:gd name="connsiteY1" fmla="*/ 0 h 5143500"/>
              <a:gd name="connsiteX2" fmla="*/ 9144000 w 9144000"/>
              <a:gd name="connsiteY2" fmla="*/ 0 h 5143500"/>
              <a:gd name="connsiteX3" fmla="*/ 9144000 w 9144000"/>
              <a:gd name="connsiteY3" fmla="*/ 1058863 h 5143500"/>
              <a:gd name="connsiteX4" fmla="*/ 9144000 w 9144000"/>
              <a:gd name="connsiteY4" fmla="*/ 5143500 h 5143500"/>
              <a:gd name="connsiteX5" fmla="*/ 4787900 w 9144000"/>
              <a:gd name="connsiteY5" fmla="*/ 5143500 h 5143500"/>
              <a:gd name="connsiteX6" fmla="*/ 4787900 w 9144000"/>
              <a:gd name="connsiteY6" fmla="*/ 1058863 h 5143500"/>
              <a:gd name="connsiteX7" fmla="*/ 0 w 9144000"/>
              <a:gd name="connsiteY7" fmla="*/ 1058863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4787900" y="0"/>
                </a:lnTo>
                <a:lnTo>
                  <a:pt x="9144000" y="0"/>
                </a:lnTo>
                <a:lnTo>
                  <a:pt x="9144000" y="1058863"/>
                </a:lnTo>
                <a:lnTo>
                  <a:pt x="9144000" y="5143500"/>
                </a:lnTo>
                <a:lnTo>
                  <a:pt x="4787900" y="5143500"/>
                </a:lnTo>
                <a:lnTo>
                  <a:pt x="4787900" y="1058863"/>
                </a:lnTo>
                <a:lnTo>
                  <a:pt x="0" y="1058863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endParaRPr lang="en-US" dirty="0"/>
          </a:p>
          <a:p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E01F2-DA9B-19B2-BFCA-FE60AA769A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763770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I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6B2645-26E6-4975-9387-703AA4AF49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4787900 w 9144000"/>
              <a:gd name="connsiteY1" fmla="*/ 0 h 5143500"/>
              <a:gd name="connsiteX2" fmla="*/ 9144000 w 9144000"/>
              <a:gd name="connsiteY2" fmla="*/ 0 h 5143500"/>
              <a:gd name="connsiteX3" fmla="*/ 9144000 w 9144000"/>
              <a:gd name="connsiteY3" fmla="*/ 1058863 h 5143500"/>
              <a:gd name="connsiteX4" fmla="*/ 9144000 w 9144000"/>
              <a:gd name="connsiteY4" fmla="*/ 5143500 h 5143500"/>
              <a:gd name="connsiteX5" fmla="*/ 4787900 w 9144000"/>
              <a:gd name="connsiteY5" fmla="*/ 5143500 h 5143500"/>
              <a:gd name="connsiteX6" fmla="*/ 4787900 w 9144000"/>
              <a:gd name="connsiteY6" fmla="*/ 1058863 h 5143500"/>
              <a:gd name="connsiteX7" fmla="*/ 0 w 9144000"/>
              <a:gd name="connsiteY7" fmla="*/ 1058863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4787900" y="0"/>
                </a:lnTo>
                <a:lnTo>
                  <a:pt x="9144000" y="0"/>
                </a:lnTo>
                <a:lnTo>
                  <a:pt x="9144000" y="1058863"/>
                </a:lnTo>
                <a:lnTo>
                  <a:pt x="9144000" y="5143500"/>
                </a:lnTo>
                <a:lnTo>
                  <a:pt x="4787900" y="5143500"/>
                </a:lnTo>
                <a:lnTo>
                  <a:pt x="4787900" y="1058863"/>
                </a:lnTo>
                <a:lnTo>
                  <a:pt x="0" y="1058863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endParaRPr lang="en-US" dirty="0"/>
          </a:p>
          <a:p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E01F2-DA9B-19B2-BFCA-FE60AA769A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472118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56A454-D930-61C7-4877-0516E4AEC01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70EFC67-4553-68C8-6E64-7DA0FE2BA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961C34-CBF8-2B28-0ACE-DFE97930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841276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74075C-D830-71D2-F4A7-2FA2FA85E00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97DC80-571E-6EBB-769B-52D224B0EF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45AF78F-7630-01D4-06C5-777E2253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759632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1D83A4-E367-5E18-1F9C-8CBC8E6299A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D140CF4-719D-C36B-C74F-E5084AB288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9EACF3-1663-106A-5A3B-9FC283B4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97504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-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DA4C76E1-0FF6-1E1D-2FD6-119F1A510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pic>
        <p:nvPicPr>
          <p:cNvPr id="7" name="Graphic 25">
            <a:extLst>
              <a:ext uri="{FF2B5EF4-FFF2-40B4-BE49-F238E27FC236}">
                <a16:creationId xmlns:a16="http://schemas.microsoft.com/office/drawing/2014/main" id="{3FA8CDC2-228C-4809-3771-6CB38F4188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4975" y="4485368"/>
            <a:ext cx="1425722" cy="427262"/>
          </a:xfrm>
          <a:prstGeom prst="rect">
            <a:avLst/>
          </a:prstGeom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3DA495A-19B0-DF0E-336E-D0FD23F97B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1239838"/>
            <a:ext cx="5454650" cy="1152525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3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closing statement over two lines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A342329-E21A-AD56-63CE-7F7666624A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833" y="2784105"/>
            <a:ext cx="4087814" cy="8807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ln>
                  <a:noFill/>
                </a:ln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 style 20pt</a:t>
            </a:r>
          </a:p>
        </p:txBody>
      </p:sp>
    </p:spTree>
    <p:extLst>
      <p:ext uri="{BB962C8B-B14F-4D97-AF65-F5344CB8AC3E}">
        <p14:creationId xmlns:p14="http://schemas.microsoft.com/office/powerpoint/2010/main" val="665821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4">
          <p15:clr>
            <a:srgbClr val="FBAE40"/>
          </p15:clr>
        </p15:guide>
        <p15:guide id="3" orient="horz" pos="554" userDrawn="1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- contact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DA4C76E1-0FF6-1E1D-2FD6-119F1A510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pic>
        <p:nvPicPr>
          <p:cNvPr id="7" name="Graphic 25">
            <a:extLst>
              <a:ext uri="{FF2B5EF4-FFF2-40B4-BE49-F238E27FC236}">
                <a16:creationId xmlns:a16="http://schemas.microsoft.com/office/drawing/2014/main" id="{3FA8CDC2-228C-4809-3771-6CB38F4188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4975" y="4485368"/>
            <a:ext cx="1425722" cy="427262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FB98B7-1A01-9619-751B-B8A4B43D00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768" y="1239838"/>
            <a:ext cx="6864350" cy="640929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3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thank you message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30139-ED16-2290-569D-70939E6037D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800" y="2176463"/>
            <a:ext cx="5459317" cy="14884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ln>
                  <a:noFill/>
                </a:ln>
                <a:solidFill>
                  <a:schemeClr val="tx2"/>
                </a:solidFill>
              </a:defRPr>
            </a:lvl1pPr>
            <a:lvl2pPr marL="4763" indent="0" algn="l">
              <a:buNone/>
              <a:tabLst/>
              <a:defRPr sz="1500" b="1"/>
            </a:lvl2pPr>
            <a:lvl3pPr marL="4763" indent="0" algn="l">
              <a:buNone/>
              <a:tabLst/>
              <a:defRPr sz="1350"/>
            </a:lvl3pPr>
            <a:lvl4pPr marL="4763" indent="0" algn="l">
              <a:buNone/>
              <a:tabLst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add contact details</a:t>
            </a:r>
          </a:p>
          <a:p>
            <a:pPr lvl="1"/>
            <a:r>
              <a:rPr lang="en-US" dirty="0"/>
              <a:t>Speaker Name</a:t>
            </a:r>
          </a:p>
          <a:p>
            <a:pPr lvl="2"/>
            <a:r>
              <a:rPr lang="en-US" dirty="0"/>
              <a:t>Speaker company or title</a:t>
            </a:r>
          </a:p>
          <a:p>
            <a:pPr lvl="3"/>
            <a:r>
              <a:rPr lang="en-US" dirty="0" err="1"/>
              <a:t>email.address@elsevier.com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294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4">
          <p15:clr>
            <a:srgbClr val="FBAE40"/>
          </p15:clr>
        </p15:guide>
        <p15:guide id="3" orient="horz" pos="554" userDrawn="1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EA1D1D2-774D-A933-DC77-12851E4444D5}"/>
              </a:ext>
            </a:extLst>
          </p:cNvPr>
          <p:cNvGrpSpPr/>
          <p:nvPr userDrawn="1"/>
        </p:nvGrpSpPr>
        <p:grpSpPr>
          <a:xfrm>
            <a:off x="2316000" y="1560254"/>
            <a:ext cx="4512000" cy="2043103"/>
            <a:chOff x="2316000" y="1560254"/>
            <a:chExt cx="4512000" cy="2043103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430F9EA4-7FCB-5F16-6BE4-3D2F392886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18884" y="1560254"/>
              <a:ext cx="1106232" cy="122518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0C42119-8722-3B60-2AAE-AF11219026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16000" y="3315357"/>
              <a:ext cx="4512000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0536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4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theme" Target="../theme/theme1.xml"/><Relationship Id="rId56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79.xml"/><Relationship Id="rId26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2.xml"/><Relationship Id="rId29" Type="http://schemas.openxmlformats.org/officeDocument/2006/relationships/slideLayout" Target="../slideLayouts/slideLayout83.xml"/><Relationship Id="rId30" Type="http://schemas.openxmlformats.org/officeDocument/2006/relationships/slideLayout" Target="../slideLayouts/slideLayout84.xml"/><Relationship Id="rId31" Type="http://schemas.openxmlformats.org/officeDocument/2006/relationships/slideLayout" Target="../slideLayouts/slideLayout85.xml"/><Relationship Id="rId32" Type="http://schemas.openxmlformats.org/officeDocument/2006/relationships/slideLayout" Target="../slideLayouts/slideLayout86.xml"/><Relationship Id="rId33" Type="http://schemas.openxmlformats.org/officeDocument/2006/relationships/slideLayout" Target="../slideLayouts/slideLayout87.xml"/><Relationship Id="rId34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89.xml"/><Relationship Id="rId36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2.xml"/><Relationship Id="rId39" Type="http://schemas.openxmlformats.org/officeDocument/2006/relationships/slideLayout" Target="../slideLayouts/slideLayout93.xml"/><Relationship Id="rId40" Type="http://schemas.openxmlformats.org/officeDocument/2006/relationships/slideLayout" Target="../slideLayouts/slideLayout94.xml"/><Relationship Id="rId41" Type="http://schemas.openxmlformats.org/officeDocument/2006/relationships/slideLayout" Target="../slideLayouts/slideLayout95.xml"/><Relationship Id="rId42" Type="http://schemas.openxmlformats.org/officeDocument/2006/relationships/slideLayout" Target="../slideLayouts/slideLayout96.xml"/><Relationship Id="rId43" Type="http://schemas.openxmlformats.org/officeDocument/2006/relationships/slideLayout" Target="../slideLayouts/slideLayout97.xml"/><Relationship Id="rId44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99.xml"/><Relationship Id="rId46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2.xml"/><Relationship Id="rId49" Type="http://schemas.openxmlformats.org/officeDocument/2006/relationships/slideLayout" Target="../slideLayouts/slideLayout103.xml"/><Relationship Id="rId50" Type="http://schemas.openxmlformats.org/officeDocument/2006/relationships/slideLayout" Target="../slideLayouts/slideLayout104.xml"/><Relationship Id="rId51" Type="http://schemas.openxmlformats.org/officeDocument/2006/relationships/slideLayout" Target="../slideLayouts/slideLayout105.xml"/><Relationship Id="rId52" Type="http://schemas.openxmlformats.org/officeDocument/2006/relationships/theme" Target="../theme/theme2.xml"/><Relationship Id="rId53" Type="http://schemas.openxmlformats.org/officeDocument/2006/relationships/image" Target="../media/image19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9944CEF-76B5-56EB-7ADE-0DC62C4E7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39838"/>
            <a:ext cx="8280200" cy="3276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233C033-DB84-36C0-E907-142E65CE7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28800" y="4728959"/>
            <a:ext cx="1188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8FF696-12EF-13B4-6F79-E4FA91DFC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8713" y="4728959"/>
            <a:ext cx="1043487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7E590C8E-4F01-686A-4976-E397173E80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431800" y="4717794"/>
            <a:ext cx="930309" cy="130331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EAE5BEC-04FF-B4F1-7EC5-7447584A6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88" y="4728191"/>
            <a:ext cx="4087812" cy="109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DC748132-9230-ADD0-A397-1DD97F67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40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  <p:sldLayoutId id="2147484038" r:id="rId12"/>
    <p:sldLayoutId id="2147484039" r:id="rId13"/>
    <p:sldLayoutId id="2147484040" r:id="rId14"/>
    <p:sldLayoutId id="2147484041" r:id="rId15"/>
    <p:sldLayoutId id="2147484042" r:id="rId16"/>
    <p:sldLayoutId id="2147484043" r:id="rId17"/>
    <p:sldLayoutId id="2147484044" r:id="rId18"/>
    <p:sldLayoutId id="2147484045" r:id="rId19"/>
    <p:sldLayoutId id="2147484046" r:id="rId20"/>
    <p:sldLayoutId id="2147484047" r:id="rId21"/>
    <p:sldLayoutId id="2147484048" r:id="rId22"/>
    <p:sldLayoutId id="2147484049" r:id="rId23"/>
    <p:sldLayoutId id="2147484050" r:id="rId24"/>
    <p:sldLayoutId id="2147484051" r:id="rId25"/>
    <p:sldLayoutId id="2147484052" r:id="rId26"/>
    <p:sldLayoutId id="2147484053" r:id="rId27"/>
    <p:sldLayoutId id="2147484054" r:id="rId28"/>
    <p:sldLayoutId id="2147484055" r:id="rId29"/>
    <p:sldLayoutId id="2147484056" r:id="rId30"/>
    <p:sldLayoutId id="2147484057" r:id="rId31"/>
    <p:sldLayoutId id="2147484058" r:id="rId32"/>
    <p:sldLayoutId id="2147484059" r:id="rId33"/>
    <p:sldLayoutId id="2147484060" r:id="rId34"/>
    <p:sldLayoutId id="2147484061" r:id="rId35"/>
    <p:sldLayoutId id="2147484062" r:id="rId36"/>
    <p:sldLayoutId id="2147484063" r:id="rId37"/>
    <p:sldLayoutId id="2147484079" r:id="rId38"/>
    <p:sldLayoutId id="2147484064" r:id="rId39"/>
    <p:sldLayoutId id="2147484065" r:id="rId40"/>
    <p:sldLayoutId id="2147484066" r:id="rId41"/>
    <p:sldLayoutId id="2147484067" r:id="rId42"/>
    <p:sldLayoutId id="2147484068" r:id="rId43"/>
    <p:sldLayoutId id="2147484069" r:id="rId44"/>
    <p:sldLayoutId id="2147484070" r:id="rId45"/>
    <p:sldLayoutId id="2147484071" r:id="rId46"/>
    <p:sldLayoutId id="2147484072" r:id="rId47"/>
    <p:sldLayoutId id="2147484073" r:id="rId48"/>
    <p:sldLayoutId id="2147484074" r:id="rId49"/>
    <p:sldLayoutId id="2147484075" r:id="rId50"/>
    <p:sldLayoutId id="2147484081" r:id="rId51"/>
    <p:sldLayoutId id="2147484076" r:id="rId52"/>
    <p:sldLayoutId id="2147484082" r:id="rId53"/>
    <p:sldLayoutId id="2147484077" r:id="rId54"/>
  </p:sldLayoutIdLst>
  <p:hf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432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System Font Regular"/>
        <a:buChar char="⁃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648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Courier New" panose="02070309020205020404" pitchFamily="49" charset="0"/>
        <a:buChar char="o"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Tx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16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+mj-lt"/>
        <a:buAutoNum type="arabi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432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+mj-lt"/>
        <a:buAutoNum type="arabi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648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+mj-lt"/>
        <a:buAutoNum type="arabi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6858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Clr>
          <a:schemeClr val="accent1"/>
        </a:buClr>
        <a:buFontTx/>
        <a:buNone/>
        <a:defRPr sz="1800" kern="1200">
          <a:solidFill>
            <a:schemeClr val="tx2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5488" userDrawn="1">
          <p15:clr>
            <a:srgbClr val="F26B43"/>
          </p15:clr>
        </p15:guide>
        <p15:guide id="7" pos="272" userDrawn="1">
          <p15:clr>
            <a:srgbClr val="F26B43"/>
          </p15:clr>
        </p15:guide>
        <p15:guide id="8" orient="horz" pos="2970" userDrawn="1">
          <p15:clr>
            <a:srgbClr val="F26B43"/>
          </p15:clr>
        </p15:guide>
        <p15:guide id="9" orient="horz" pos="270" userDrawn="1">
          <p15:clr>
            <a:srgbClr val="F26B43"/>
          </p15:clr>
        </p15:guide>
        <p15:guide id="11" pos="2936" userDrawn="1">
          <p15:clr>
            <a:srgbClr val="F26B43"/>
          </p15:clr>
        </p15:guide>
        <p15:guide id="13" pos="2824" userDrawn="1">
          <p15:clr>
            <a:srgbClr val="F26B43"/>
          </p15:clr>
        </p15:guide>
        <p15:guide id="14" pos="2041" userDrawn="1">
          <p15:clr>
            <a:srgbClr val="A4A3A4"/>
          </p15:clr>
        </p15:guide>
        <p15:guide id="15" pos="1160" userDrawn="1">
          <p15:clr>
            <a:srgbClr val="A4A3A4"/>
          </p15:clr>
        </p15:guide>
        <p15:guide id="16" pos="1043" userDrawn="1">
          <p15:clr>
            <a:srgbClr val="A4A3A4"/>
          </p15:clr>
        </p15:guide>
        <p15:guide id="17" pos="1927" userDrawn="1">
          <p15:clr>
            <a:srgbClr val="A4A3A4"/>
          </p15:clr>
        </p15:guide>
        <p15:guide id="18" pos="3708" userDrawn="1">
          <p15:clr>
            <a:srgbClr val="A4A3A4"/>
          </p15:clr>
        </p15:guide>
        <p15:guide id="19" pos="3822" userDrawn="1">
          <p15:clr>
            <a:srgbClr val="A4A3A4"/>
          </p15:clr>
        </p15:guide>
        <p15:guide id="20" pos="4710" userDrawn="1">
          <p15:clr>
            <a:srgbClr val="A4A3A4"/>
          </p15:clr>
        </p15:guide>
        <p15:guide id="21" pos="4596" userDrawn="1">
          <p15:clr>
            <a:srgbClr val="A4A3A4"/>
          </p15:clr>
        </p15:guide>
        <p15:guide id="22" orient="horz" pos="781" userDrawn="1">
          <p15:clr>
            <a:srgbClr val="F26B43"/>
          </p15:clr>
        </p15:guide>
        <p15:guide id="23" orient="horz" pos="66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9944CEF-76B5-56EB-7ADE-0DC62C4E7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39838"/>
            <a:ext cx="8280200" cy="3276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233C033-DB84-36C0-E907-142E65CE7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28800" y="4728959"/>
            <a:ext cx="1188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8FF696-12EF-13B4-6F79-E4FA91DFC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8713" y="4728959"/>
            <a:ext cx="1043487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7E590C8E-4F01-686A-4976-E397173E80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31800" y="4717794"/>
            <a:ext cx="930309" cy="130331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EAE5BEC-04FF-B4F1-7EC5-7447584A6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88" y="4728191"/>
            <a:ext cx="4087812" cy="109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DC748132-9230-ADD0-A397-1DD97F67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8722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3" r:id="rId12"/>
    <p:sldLayoutId id="2147483984" r:id="rId13"/>
    <p:sldLayoutId id="2147483985" r:id="rId14"/>
    <p:sldLayoutId id="2147483986" r:id="rId15"/>
    <p:sldLayoutId id="2147483987" r:id="rId16"/>
    <p:sldLayoutId id="2147483988" r:id="rId17"/>
    <p:sldLayoutId id="2147483989" r:id="rId18"/>
    <p:sldLayoutId id="2147483990" r:id="rId19"/>
    <p:sldLayoutId id="2147483991" r:id="rId20"/>
    <p:sldLayoutId id="2147483992" r:id="rId21"/>
    <p:sldLayoutId id="2147483993" r:id="rId22"/>
    <p:sldLayoutId id="2147483994" r:id="rId23"/>
    <p:sldLayoutId id="2147483995" r:id="rId24"/>
    <p:sldLayoutId id="2147483996" r:id="rId25"/>
    <p:sldLayoutId id="2147483997" r:id="rId26"/>
    <p:sldLayoutId id="2147483998" r:id="rId27"/>
    <p:sldLayoutId id="2147483999" r:id="rId28"/>
    <p:sldLayoutId id="2147484000" r:id="rId29"/>
    <p:sldLayoutId id="2147484001" r:id="rId30"/>
    <p:sldLayoutId id="2147484002" r:id="rId31"/>
    <p:sldLayoutId id="2147484003" r:id="rId32"/>
    <p:sldLayoutId id="2147484004" r:id="rId33"/>
    <p:sldLayoutId id="2147484005" r:id="rId34"/>
    <p:sldLayoutId id="2147484006" r:id="rId35"/>
    <p:sldLayoutId id="2147484007" r:id="rId36"/>
    <p:sldLayoutId id="2147484008" r:id="rId37"/>
    <p:sldLayoutId id="2147484080" r:id="rId38"/>
    <p:sldLayoutId id="2147484009" r:id="rId39"/>
    <p:sldLayoutId id="2147484010" r:id="rId40"/>
    <p:sldLayoutId id="2147484023" r:id="rId41"/>
    <p:sldLayoutId id="2147484024" r:id="rId42"/>
    <p:sldLayoutId id="2147484025" r:id="rId43"/>
    <p:sldLayoutId id="2147484017" r:id="rId44"/>
    <p:sldLayoutId id="2147484078" r:id="rId45"/>
    <p:sldLayoutId id="2147484018" r:id="rId46"/>
    <p:sldLayoutId id="2147484019" r:id="rId47"/>
    <p:sldLayoutId id="2147484020" r:id="rId48"/>
    <p:sldLayoutId id="2147484021" r:id="rId49"/>
    <p:sldLayoutId id="2147484083" r:id="rId50"/>
    <p:sldLayoutId id="2147484022" r:id="rId51"/>
  </p:sldLayoutIdLst>
  <p:hf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432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System Font Regular"/>
        <a:buChar char="⁃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648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Courier New" panose="02070309020205020404" pitchFamily="49" charset="0"/>
        <a:buChar char="o"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Tx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16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+mj-lt"/>
        <a:buAutoNum type="arabi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432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+mj-lt"/>
        <a:buAutoNum type="arabi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648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+mj-lt"/>
        <a:buAutoNum type="arabi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6858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Clr>
          <a:schemeClr val="accent1"/>
        </a:buClr>
        <a:buFontTx/>
        <a:buNone/>
        <a:defRPr sz="1800" kern="1200">
          <a:solidFill>
            <a:schemeClr val="tx2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5488" userDrawn="1">
          <p15:clr>
            <a:srgbClr val="F26B43"/>
          </p15:clr>
        </p15:guide>
        <p15:guide id="7" pos="272" userDrawn="1">
          <p15:clr>
            <a:srgbClr val="F26B43"/>
          </p15:clr>
        </p15:guide>
        <p15:guide id="8" orient="horz" pos="2970" userDrawn="1">
          <p15:clr>
            <a:srgbClr val="F26B43"/>
          </p15:clr>
        </p15:guide>
        <p15:guide id="9" orient="horz" pos="270" userDrawn="1">
          <p15:clr>
            <a:srgbClr val="F26B43"/>
          </p15:clr>
        </p15:guide>
        <p15:guide id="11" pos="2936" userDrawn="1">
          <p15:clr>
            <a:srgbClr val="F26B43"/>
          </p15:clr>
        </p15:guide>
        <p15:guide id="13" pos="2824" userDrawn="1">
          <p15:clr>
            <a:srgbClr val="F26B43"/>
          </p15:clr>
        </p15:guide>
        <p15:guide id="14" pos="2041" userDrawn="1">
          <p15:clr>
            <a:srgbClr val="A4A3A4"/>
          </p15:clr>
        </p15:guide>
        <p15:guide id="15" pos="1160" userDrawn="1">
          <p15:clr>
            <a:srgbClr val="A4A3A4"/>
          </p15:clr>
        </p15:guide>
        <p15:guide id="16" pos="1043" userDrawn="1">
          <p15:clr>
            <a:srgbClr val="A4A3A4"/>
          </p15:clr>
        </p15:guide>
        <p15:guide id="17" pos="1927" userDrawn="1">
          <p15:clr>
            <a:srgbClr val="A4A3A4"/>
          </p15:clr>
        </p15:guide>
        <p15:guide id="18" pos="3708" userDrawn="1">
          <p15:clr>
            <a:srgbClr val="A4A3A4"/>
          </p15:clr>
        </p15:guide>
        <p15:guide id="19" pos="3822" userDrawn="1">
          <p15:clr>
            <a:srgbClr val="A4A3A4"/>
          </p15:clr>
        </p15:guide>
        <p15:guide id="20" pos="4710" userDrawn="1">
          <p15:clr>
            <a:srgbClr val="A4A3A4"/>
          </p15:clr>
        </p15:guide>
        <p15:guide id="21" pos="4596" userDrawn="1">
          <p15:clr>
            <a:srgbClr val="A4A3A4"/>
          </p15:clr>
        </p15:guide>
        <p15:guide id="22" orient="horz" pos="781" userDrawn="1">
          <p15:clr>
            <a:srgbClr val="F26B43"/>
          </p15:clr>
        </p15:guide>
        <p15:guide id="23" orient="horz" pos="6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Spec Driven Development Hackathon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/>
              <a:t>Cardiology Specialist Waitlist</a:t>
            </a:r>
          </a:p>
        </p:txBody>
      </p:sp>
      <p:sp>
        <p:nvSpPr>
          <p:cNvPr id="5" name="Team panel"/>
          <p:cNvSpPr/>
          <p:nvPr/>
        </p:nvSpPr>
        <p:spPr>
          <a:xfrm>
            <a:off x="5477256" y="411480"/>
            <a:ext cx="3227832" cy="388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274320" tIns="274320" rIns="274320" bIns="320040" wrap="square">
            <a:noAutofit/>
          </a:bodyPr>
          <a:lstStyle/>
          <a:p>
            <a:pPr algn="l"/>
            <a:r>
              <a:rPr sz="4000" b="1" i="0">
                <a:solidFill>
                  <a:schemeClr val="tx2"/>
                </a:solidFill>
                <a:latin typeface="+mj-lt"/>
              </a:rPr>
              <a:t>Team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team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29768" y="850392"/>
            <a:ext cx="82844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+mn-lt"/>
              </a:rPr>
              <a:t>Named explicitly, not implied — this is who did what.</a:t>
            </a:r>
          </a:p>
        </p:txBody>
      </p:sp>
      <p:sp>
        <p:nvSpPr>
          <p:cNvPr id="4" name="Card Fernanda Hernández"/>
          <p:cNvSpPr/>
          <p:nvPr/>
        </p:nvSpPr>
        <p:spPr>
          <a:xfrm>
            <a:off x="429768" y="1188720"/>
            <a:ext cx="1933956" cy="32461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vatar U"/>
          <p:cNvSpPr/>
          <p:nvPr/>
        </p:nvSpPr>
        <p:spPr>
          <a:xfrm>
            <a:off x="566928" y="1325880"/>
            <a:ext cx="384048" cy="384048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U</a:t>
            </a:r>
          </a:p>
        </p:txBody>
      </p:sp>
      <p:sp>
        <p:nvSpPr>
          <p:cNvPr id="6" name="Name Fernanda Hernández"/>
          <p:cNvSpPr txBox="1"/>
          <p:nvPr/>
        </p:nvSpPr>
        <p:spPr>
          <a:xfrm>
            <a:off x="566928" y="1810512"/>
            <a:ext cx="16596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Fernanda Hernández</a:t>
            </a:r>
          </a:p>
        </p:txBody>
      </p:sp>
      <p:sp>
        <p:nvSpPr>
          <p:cNvPr id="7" name="Role UX"/>
          <p:cNvSpPr/>
          <p:nvPr/>
        </p:nvSpPr>
        <p:spPr>
          <a:xfrm>
            <a:off x="566928" y="2304288"/>
            <a:ext cx="283464" cy="219456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tIns="0" rIns="27432" bIns="0" wrap="square">
            <a:noAutofit/>
          </a:bodyPr>
          <a:lstStyle/>
          <a:p>
            <a:pPr algn="ctr"/>
            <a:r>
              <a:rPr sz="800" b="1" i="0">
                <a:solidFill>
                  <a:schemeClr val="tx2"/>
                </a:solidFill>
                <a:latin typeface="+mn-lt"/>
              </a:rPr>
              <a:t>UX</a:t>
            </a:r>
          </a:p>
        </p:txBody>
      </p:sp>
      <p:sp>
        <p:nvSpPr>
          <p:cNvPr id="8" name="Description Fernanda Hernández"/>
          <p:cNvSpPr txBox="1"/>
          <p:nvPr/>
        </p:nvSpPr>
        <p:spPr>
          <a:xfrm>
            <a:off x="566928" y="2633472"/>
            <a:ext cx="165963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Journey maps, decisions log, working HTML prototype.</a:t>
            </a:r>
          </a:p>
        </p:txBody>
      </p:sp>
      <p:cxnSp>
        <p:nvCxnSpPr>
          <p:cNvPr id="9" name="Divider Fernanda Hernández"/>
          <p:cNvCxnSpPr/>
          <p:nvPr/>
        </p:nvCxnSpPr>
        <p:spPr>
          <a:xfrm>
            <a:off x="566928" y="3383280"/>
            <a:ext cx="1659636" cy="0"/>
          </a:xfrm>
          <a:prstGeom prst="line">
            <a:avLst/>
          </a:prstGeom>
          <a:ln w="12700">
            <a:solidFill>
              <a:srgbClr val="E1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n this deck Fernanda Hernández"/>
          <p:cNvSpPr txBox="1"/>
          <p:nvPr/>
        </p:nvSpPr>
        <p:spPr>
          <a:xfrm>
            <a:off x="566928" y="3474720"/>
            <a:ext cx="1659636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chemeClr val="tx2"/>
                </a:solidFill>
                <a:latin typeface="+mn-lt"/>
              </a:rPr>
              <a:t>In this deck: </a:t>
            </a:r>
            <a:r>
              <a:rPr sz="900" b="0" i="0">
                <a:solidFill>
                  <a:schemeClr val="tx1"/>
                </a:solidFill>
                <a:latin typeface="+mn-lt"/>
              </a:rPr>
              <a:t>journey maps and prototype V3 behind the demo.</a:t>
            </a:r>
          </a:p>
        </p:txBody>
      </p:sp>
      <p:sp>
        <p:nvSpPr>
          <p:cNvPr id="11" name="Card Julio Flores"/>
          <p:cNvSpPr/>
          <p:nvPr/>
        </p:nvSpPr>
        <p:spPr>
          <a:xfrm>
            <a:off x="2546604" y="1188720"/>
            <a:ext cx="1933956" cy="32461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vatar B"/>
          <p:cNvSpPr/>
          <p:nvPr/>
        </p:nvSpPr>
        <p:spPr>
          <a:xfrm>
            <a:off x="2683764" y="1325880"/>
            <a:ext cx="384048" cy="384048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B</a:t>
            </a:r>
          </a:p>
        </p:txBody>
      </p:sp>
      <p:sp>
        <p:nvSpPr>
          <p:cNvPr id="13" name="Name Julio Flores"/>
          <p:cNvSpPr txBox="1"/>
          <p:nvPr/>
        </p:nvSpPr>
        <p:spPr>
          <a:xfrm>
            <a:off x="2683764" y="1810512"/>
            <a:ext cx="16596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Julio Flores</a:t>
            </a:r>
          </a:p>
        </p:txBody>
      </p:sp>
      <p:sp>
        <p:nvSpPr>
          <p:cNvPr id="14" name="Role BA"/>
          <p:cNvSpPr/>
          <p:nvPr/>
        </p:nvSpPr>
        <p:spPr>
          <a:xfrm>
            <a:off x="2683764" y="2304288"/>
            <a:ext cx="283464" cy="219456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tIns="0" rIns="27432" bIns="0" wrap="square">
            <a:noAutofit/>
          </a:bodyPr>
          <a:lstStyle/>
          <a:p>
            <a:pPr algn="ctr"/>
            <a:r>
              <a:rPr sz="800" b="1" i="0">
                <a:solidFill>
                  <a:schemeClr val="tx2"/>
                </a:solidFill>
                <a:latin typeface="+mn-lt"/>
              </a:rPr>
              <a:t>BA</a:t>
            </a:r>
          </a:p>
        </p:txBody>
      </p:sp>
      <p:sp>
        <p:nvSpPr>
          <p:cNvPr id="15" name="Description Julio Flores"/>
          <p:cNvSpPr txBox="1"/>
          <p:nvPr/>
        </p:nvSpPr>
        <p:spPr>
          <a:xfrm>
            <a:off x="2683764" y="2633472"/>
            <a:ext cx="165963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Product Spec authoring, user stories, acceptance criteria.</a:t>
            </a:r>
          </a:p>
        </p:txBody>
      </p:sp>
      <p:cxnSp>
        <p:nvCxnSpPr>
          <p:cNvPr id="16" name="Divider Julio Flores"/>
          <p:cNvCxnSpPr/>
          <p:nvPr/>
        </p:nvCxnSpPr>
        <p:spPr>
          <a:xfrm>
            <a:off x="2683764" y="3383280"/>
            <a:ext cx="1659636" cy="0"/>
          </a:xfrm>
          <a:prstGeom prst="line">
            <a:avLst/>
          </a:prstGeom>
          <a:ln w="12700">
            <a:solidFill>
              <a:srgbClr val="E1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n this deck Julio Flores"/>
          <p:cNvSpPr txBox="1"/>
          <p:nvPr/>
        </p:nvSpPr>
        <p:spPr>
          <a:xfrm>
            <a:off x="2683764" y="3474720"/>
            <a:ext cx="1659636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chemeClr val="tx2"/>
                </a:solidFill>
                <a:latin typeface="+mn-lt"/>
              </a:rPr>
              <a:t>In this deck: </a:t>
            </a:r>
            <a:r>
              <a:rPr sz="900" b="0" i="0">
                <a:solidFill>
                  <a:schemeClr val="tx1"/>
                </a:solidFill>
                <a:latin typeface="+mn-lt"/>
              </a:rPr>
              <a:t>Product Spec PS-001, v0.1 to v2.4.</a:t>
            </a:r>
          </a:p>
        </p:txBody>
      </p:sp>
      <p:sp>
        <p:nvSpPr>
          <p:cNvPr id="18" name="Card Uriel Angeles"/>
          <p:cNvSpPr/>
          <p:nvPr/>
        </p:nvSpPr>
        <p:spPr>
          <a:xfrm>
            <a:off x="4663440" y="1188720"/>
            <a:ext cx="1933956" cy="32461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vatar Q"/>
          <p:cNvSpPr/>
          <p:nvPr/>
        </p:nvSpPr>
        <p:spPr>
          <a:xfrm>
            <a:off x="4800600" y="1325880"/>
            <a:ext cx="384048" cy="384048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Q</a:t>
            </a:r>
          </a:p>
        </p:txBody>
      </p:sp>
      <p:sp>
        <p:nvSpPr>
          <p:cNvPr id="20" name="Name Uriel Angeles"/>
          <p:cNvSpPr txBox="1"/>
          <p:nvPr/>
        </p:nvSpPr>
        <p:spPr>
          <a:xfrm>
            <a:off x="4800600" y="1810512"/>
            <a:ext cx="16596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Uriel Angeles</a:t>
            </a:r>
          </a:p>
        </p:txBody>
      </p:sp>
      <p:sp>
        <p:nvSpPr>
          <p:cNvPr id="21" name="Role QA"/>
          <p:cNvSpPr/>
          <p:nvPr/>
        </p:nvSpPr>
        <p:spPr>
          <a:xfrm>
            <a:off x="4800600" y="2304288"/>
            <a:ext cx="283464" cy="219456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tIns="0" rIns="27432" bIns="0" wrap="square">
            <a:noAutofit/>
          </a:bodyPr>
          <a:lstStyle/>
          <a:p>
            <a:pPr algn="ctr"/>
            <a:r>
              <a:rPr sz="800" b="1" i="0">
                <a:solidFill>
                  <a:schemeClr val="tx2"/>
                </a:solidFill>
                <a:latin typeface="+mn-lt"/>
              </a:rPr>
              <a:t>QA</a:t>
            </a:r>
          </a:p>
        </p:txBody>
      </p:sp>
      <p:sp>
        <p:nvSpPr>
          <p:cNvPr id="22" name="Description Uriel Angeles"/>
          <p:cNvSpPr txBox="1"/>
          <p:nvPr/>
        </p:nvSpPr>
        <p:spPr>
          <a:xfrm>
            <a:off x="4800600" y="2633472"/>
            <a:ext cx="165963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Business rules review, edge cases, spec-vs-build alignment.</a:t>
            </a:r>
          </a:p>
        </p:txBody>
      </p:sp>
      <p:cxnSp>
        <p:nvCxnSpPr>
          <p:cNvPr id="23" name="Divider Uriel Angeles"/>
          <p:cNvCxnSpPr/>
          <p:nvPr/>
        </p:nvCxnSpPr>
        <p:spPr>
          <a:xfrm>
            <a:off x="4800600" y="3383280"/>
            <a:ext cx="1659636" cy="0"/>
          </a:xfrm>
          <a:prstGeom prst="line">
            <a:avLst/>
          </a:prstGeom>
          <a:ln w="12700">
            <a:solidFill>
              <a:srgbClr val="E1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n this deck Uriel Angeles"/>
          <p:cNvSpPr txBox="1"/>
          <p:nvPr/>
        </p:nvSpPr>
        <p:spPr>
          <a:xfrm>
            <a:off x="4800600" y="3474720"/>
            <a:ext cx="1659636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chemeClr val="tx2"/>
                </a:solidFill>
                <a:latin typeface="+mn-lt"/>
              </a:rPr>
              <a:t>In this deck: </a:t>
            </a:r>
            <a:r>
              <a:rPr sz="900" b="0" i="0">
                <a:solidFill>
                  <a:schemeClr val="tx1"/>
                </a:solidFill>
                <a:latin typeface="+mn-lt"/>
              </a:rPr>
              <a:t>spec reviews, QA test spec with 20 cases, Playwright suite with Allure report.</a:t>
            </a:r>
          </a:p>
        </p:txBody>
      </p:sp>
      <p:sp>
        <p:nvSpPr>
          <p:cNvPr id="25" name="Card Juan Carlos Abarca"/>
          <p:cNvSpPr/>
          <p:nvPr/>
        </p:nvSpPr>
        <p:spPr>
          <a:xfrm>
            <a:off x="6780276" y="1188720"/>
            <a:ext cx="1933956" cy="32461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vatar D"/>
          <p:cNvSpPr/>
          <p:nvPr/>
        </p:nvSpPr>
        <p:spPr>
          <a:xfrm>
            <a:off x="6917436" y="1325880"/>
            <a:ext cx="384048" cy="384048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D</a:t>
            </a:r>
          </a:p>
        </p:txBody>
      </p:sp>
      <p:sp>
        <p:nvSpPr>
          <p:cNvPr id="27" name="Name Juan Carlos Abarca"/>
          <p:cNvSpPr txBox="1"/>
          <p:nvPr/>
        </p:nvSpPr>
        <p:spPr>
          <a:xfrm>
            <a:off x="6917436" y="1810512"/>
            <a:ext cx="16596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Juan Carlos Abarca</a:t>
            </a:r>
          </a:p>
        </p:txBody>
      </p:sp>
      <p:sp>
        <p:nvSpPr>
          <p:cNvPr id="28" name="Role BE / FE DEV"/>
          <p:cNvSpPr/>
          <p:nvPr/>
        </p:nvSpPr>
        <p:spPr>
          <a:xfrm>
            <a:off x="6917436" y="2304288"/>
            <a:ext cx="982980" cy="219456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tIns="0" rIns="27432" bIns="0" wrap="square">
            <a:noAutofit/>
          </a:bodyPr>
          <a:lstStyle/>
          <a:p>
            <a:pPr algn="ctr"/>
            <a:r>
              <a:rPr sz="800" b="1" i="0">
                <a:solidFill>
                  <a:schemeClr val="tx2"/>
                </a:solidFill>
                <a:latin typeface="+mn-lt"/>
              </a:rPr>
              <a:t>BE / FE DEV</a:t>
            </a:r>
          </a:p>
        </p:txBody>
      </p:sp>
      <p:sp>
        <p:nvSpPr>
          <p:cNvPr id="29" name="Description Juan Carlos Abarca"/>
          <p:cNvSpPr txBox="1"/>
          <p:nvPr/>
        </p:nvSpPr>
        <p:spPr>
          <a:xfrm>
            <a:off x="6917436" y="2633472"/>
            <a:ext cx="165963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Data model, implementation feasibility, build support.</a:t>
            </a:r>
          </a:p>
        </p:txBody>
      </p:sp>
      <p:cxnSp>
        <p:nvCxnSpPr>
          <p:cNvPr id="30" name="Divider Juan Carlos Abarca"/>
          <p:cNvCxnSpPr/>
          <p:nvPr/>
        </p:nvCxnSpPr>
        <p:spPr>
          <a:xfrm>
            <a:off x="6917436" y="3383280"/>
            <a:ext cx="1659636" cy="0"/>
          </a:xfrm>
          <a:prstGeom prst="line">
            <a:avLst/>
          </a:prstGeom>
          <a:ln w="12700">
            <a:solidFill>
              <a:srgbClr val="E1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n this deck Juan Carlos Abarca"/>
          <p:cNvSpPr txBox="1"/>
          <p:nvPr/>
        </p:nvSpPr>
        <p:spPr>
          <a:xfrm>
            <a:off x="6917436" y="3474720"/>
            <a:ext cx="1659636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chemeClr val="tx2"/>
                </a:solidFill>
                <a:latin typeface="+mn-lt"/>
              </a:rPr>
              <a:t>In this deck: </a:t>
            </a:r>
            <a:r>
              <a:rPr sz="900" b="0" i="0">
                <a:solidFill>
                  <a:schemeClr val="tx1"/>
                </a:solidFill>
                <a:latin typeface="+mn-lt"/>
              </a:rPr>
              <a:t>the build behind the demo.</a:t>
            </a:r>
          </a:p>
        </p:txBody>
      </p:sp>
      <p:sp>
        <p:nvSpPr>
          <p:cNvPr id="32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Team 7 · Cardiology Specialist Waitlist</a:t>
            </a:r>
          </a:p>
        </p:txBody>
      </p:sp>
      <p:sp>
        <p:nvSpPr>
          <p:cNvPr id="33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Problem text"/>
          <p:cNvSpPr txBox="1"/>
          <p:nvPr/>
        </p:nvSpPr>
        <p:spPr>
          <a:xfrm>
            <a:off x="429768" y="1005840"/>
            <a:ext cx="443484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900"/>
              </a:spcAft>
            </a:pPr>
            <a:r>
              <a:rPr sz="1300" b="0" i="0">
                <a:solidFill>
                  <a:schemeClr val="tx1"/>
                </a:solidFill>
                <a:latin typeface="+mn-lt"/>
              </a:rPr>
              <a:t>A </a:t>
            </a:r>
            <a:r>
              <a:rPr sz="1300" b="1" i="0">
                <a:solidFill>
                  <a:schemeClr val="tx2"/>
                </a:solidFill>
                <a:latin typeface="+mn-lt"/>
              </a:rPr>
              <a:t>public hospital with eight specialties</a:t>
            </a:r>
            <a:r>
              <a:rPr sz="1300" b="0" i="0">
                <a:solidFill>
                  <a:schemeClr val="tx1"/>
                </a:solidFill>
                <a:latin typeface="+mn-lt"/>
              </a:rPr>
              <a:t> still runs scheduling by phone. Cardiology and oncology waitlists regularly exceed six weeks.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+mn-lt"/>
              </a:rPr>
              <a:t>Our initial interpretation, before we found the full brief, assumed a single private clinic and one specialist. The real scope is </a:t>
            </a:r>
            <a:r>
              <a:rPr sz="1300" b="1" i="0">
                <a:solidFill>
                  <a:schemeClr val="tx2"/>
                </a:solidFill>
                <a:latin typeface="+mn-lt"/>
              </a:rPr>
              <a:t>one pilot specialty — cardiology — inside a much larger hospital system</a:t>
            </a:r>
            <a:r>
              <a:rPr sz="1300" b="0" i="0">
                <a:solidFill>
                  <a:schemeClr val="tx1"/>
                </a:solidFill>
                <a:latin typeface="+mn-lt"/>
              </a:rPr>
              <a:t>, with a meaningful share of patients who aren't digitally reachable at all.</a:t>
            </a:r>
          </a:p>
        </p:txBody>
      </p:sp>
      <p:sp>
        <p:nvSpPr>
          <p:cNvPr id="4" name="Initial interpretation"/>
          <p:cNvSpPr/>
          <p:nvPr/>
        </p:nvSpPr>
        <p:spPr>
          <a:xfrm>
            <a:off x="5120640" y="914400"/>
            <a:ext cx="3593592" cy="960120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37160" rIns="182880" bIns="91440" wrap="square">
            <a:no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chemeClr val="tx1"/>
                </a:solidFill>
                <a:latin typeface="+mn-lt"/>
              </a:rPr>
              <a:t>INITIAL INTERPRETATION</a:t>
            </a:r>
          </a:p>
          <a:p>
            <a:pPr algn="l"/>
            <a:r>
              <a:rPr sz="1200" b="0" i="0">
                <a:solidFill>
                  <a:schemeClr val="tx2"/>
                </a:solidFill>
                <a:latin typeface="+mn-lt"/>
              </a:rPr>
              <a:t>A single private clinic, one specialist.</a:t>
            </a:r>
          </a:p>
        </p:txBody>
      </p:sp>
      <p:sp>
        <p:nvSpPr>
          <p:cNvPr id="5" name="Real scope"/>
          <p:cNvSpPr/>
          <p:nvPr/>
        </p:nvSpPr>
        <p:spPr>
          <a:xfrm>
            <a:off x="5120640" y="2011680"/>
            <a:ext cx="3593592" cy="1234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37160" rIns="182880" bIns="91440" wrap="square">
            <a:no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chemeClr val="accent1"/>
                </a:solidFill>
                <a:latin typeface="+mn-lt"/>
              </a:rPr>
              <a:t>THE REAL SCOPE</a:t>
            </a:r>
          </a:p>
          <a:p>
            <a:pPr algn="l"/>
            <a:r>
              <a:rPr sz="1200" b="0" i="0">
                <a:solidFill>
                  <a:schemeClr val="bg1"/>
                </a:solidFill>
                <a:latin typeface="+mn-lt"/>
              </a:rPr>
              <a:t>One pilot specialty (cardiology) inside an 8-specialty public hospital. Patients who aren't digitally reachable are part of the problem.</a:t>
            </a:r>
          </a:p>
        </p:txBody>
      </p:sp>
      <p:sp>
        <p:nvSpPr>
          <p:cNvPr id="6" name="Stat card 8"/>
          <p:cNvSpPr/>
          <p:nvPr/>
        </p:nvSpPr>
        <p:spPr>
          <a:xfrm>
            <a:off x="429768" y="3429000"/>
            <a:ext cx="2639568" cy="10515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 8"/>
          <p:cNvSpPr txBox="1"/>
          <p:nvPr/>
        </p:nvSpPr>
        <p:spPr>
          <a:xfrm>
            <a:off x="612647" y="3502152"/>
            <a:ext cx="227380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chemeClr val="tx2"/>
                </a:solidFill>
                <a:latin typeface="+mj-lt"/>
              </a:rPr>
              <a:t>8</a:t>
            </a:r>
          </a:p>
        </p:txBody>
      </p:sp>
      <p:sp>
        <p:nvSpPr>
          <p:cNvPr id="8" name="Stat label 8"/>
          <p:cNvSpPr txBox="1"/>
          <p:nvPr/>
        </p:nvSpPr>
        <p:spPr>
          <a:xfrm>
            <a:off x="612647" y="4087368"/>
            <a:ext cx="22738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medical specialties hospital-wide</a:t>
            </a:r>
          </a:p>
        </p:txBody>
      </p:sp>
      <p:sp>
        <p:nvSpPr>
          <p:cNvPr id="9" name="Stat card 6+ wks"/>
          <p:cNvSpPr/>
          <p:nvPr/>
        </p:nvSpPr>
        <p:spPr>
          <a:xfrm>
            <a:off x="3252216" y="3429000"/>
            <a:ext cx="2639568" cy="10515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 6+ wks"/>
          <p:cNvSpPr txBox="1"/>
          <p:nvPr/>
        </p:nvSpPr>
        <p:spPr>
          <a:xfrm>
            <a:off x="3435096" y="3502152"/>
            <a:ext cx="227380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chemeClr val="tx2"/>
                </a:solidFill>
                <a:latin typeface="+mj-lt"/>
              </a:rPr>
              <a:t>6+ wks</a:t>
            </a:r>
          </a:p>
        </p:txBody>
      </p:sp>
      <p:sp>
        <p:nvSpPr>
          <p:cNvPr id="11" name="Stat label 6+ wks"/>
          <p:cNvSpPr txBox="1"/>
          <p:nvPr/>
        </p:nvSpPr>
        <p:spPr>
          <a:xfrm>
            <a:off x="3435096" y="4087368"/>
            <a:ext cx="22738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typical cardiology / oncology wait</a:t>
            </a:r>
          </a:p>
        </p:txBody>
      </p:sp>
      <p:sp>
        <p:nvSpPr>
          <p:cNvPr id="12" name="Stat card 40%"/>
          <p:cNvSpPr/>
          <p:nvPr/>
        </p:nvSpPr>
        <p:spPr>
          <a:xfrm>
            <a:off x="6074664" y="3429000"/>
            <a:ext cx="2639568" cy="10515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 40%"/>
          <p:cNvSpPr txBox="1"/>
          <p:nvPr/>
        </p:nvSpPr>
        <p:spPr>
          <a:xfrm>
            <a:off x="6257544" y="3502152"/>
            <a:ext cx="227380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chemeClr val="tx2"/>
                </a:solidFill>
                <a:latin typeface="+mj-lt"/>
              </a:rPr>
              <a:t>40%</a:t>
            </a:r>
          </a:p>
        </p:txBody>
      </p:sp>
      <p:sp>
        <p:nvSpPr>
          <p:cNvPr id="14" name="Stat label 40%"/>
          <p:cNvSpPr txBox="1"/>
          <p:nvPr/>
        </p:nvSpPr>
        <p:spPr>
          <a:xfrm>
            <a:off x="6257544" y="4087368"/>
            <a:ext cx="22738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call-volume reduction goal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Team 7 · Cardiology Specialist Waitlist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process, end to end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29768" y="850392"/>
            <a:ext cx="82844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+mn-lt"/>
              </a:rPr>
              <a:t>Every step left an artifact in the repo, so the process can be followed and defended.</a:t>
            </a:r>
          </a:p>
        </p:txBody>
      </p:sp>
      <p:sp>
        <p:nvSpPr>
          <p:cNvPr id="4" name="Step card 1"/>
          <p:cNvSpPr/>
          <p:nvPr/>
        </p:nvSpPr>
        <p:spPr>
          <a:xfrm>
            <a:off x="429768" y="1188720"/>
            <a:ext cx="2639568" cy="1554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ep number 1"/>
          <p:cNvSpPr txBox="1"/>
          <p:nvPr/>
        </p:nvSpPr>
        <p:spPr>
          <a:xfrm>
            <a:off x="594359" y="12984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chemeClr val="accent1"/>
                </a:solidFill>
                <a:latin typeface="+mj-lt"/>
              </a:rPr>
              <a:t>1</a:t>
            </a:r>
          </a:p>
        </p:txBody>
      </p:sp>
      <p:sp>
        <p:nvSpPr>
          <p:cNvPr id="6" name="Step title 1"/>
          <p:cNvSpPr txBox="1"/>
          <p:nvPr/>
        </p:nvSpPr>
        <p:spPr>
          <a:xfrm>
            <a:off x="594359" y="1664208"/>
            <a:ext cx="2310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Problem and PRD</a:t>
            </a:r>
          </a:p>
        </p:txBody>
      </p:sp>
      <p:sp>
        <p:nvSpPr>
          <p:cNvPr id="7" name="Step text 1"/>
          <p:cNvSpPr txBox="1"/>
          <p:nvPr/>
        </p:nvSpPr>
        <p:spPr>
          <a:xfrm>
            <a:off x="594359" y="2011680"/>
            <a:ext cx="23103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chemeClr val="tx1"/>
                </a:solidFill>
                <a:latin typeface="+mn-lt"/>
              </a:rPr>
              <a:t>The business problem and goals in PRD-specialist-appointment-waitlist.md.</a:t>
            </a:r>
          </a:p>
        </p:txBody>
      </p:sp>
      <p:sp>
        <p:nvSpPr>
          <p:cNvPr id="8" name="Step card 2"/>
          <p:cNvSpPr/>
          <p:nvPr/>
        </p:nvSpPr>
        <p:spPr>
          <a:xfrm>
            <a:off x="3252216" y="1188720"/>
            <a:ext cx="2639568" cy="1554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ep number 2"/>
          <p:cNvSpPr txBox="1"/>
          <p:nvPr/>
        </p:nvSpPr>
        <p:spPr>
          <a:xfrm>
            <a:off x="3416808" y="12984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chemeClr val="accent1"/>
                </a:solidFill>
                <a:latin typeface="+mj-lt"/>
              </a:rPr>
              <a:t>2</a:t>
            </a:r>
          </a:p>
        </p:txBody>
      </p:sp>
      <p:sp>
        <p:nvSpPr>
          <p:cNvPr id="10" name="Step title 2"/>
          <p:cNvSpPr txBox="1"/>
          <p:nvPr/>
        </p:nvSpPr>
        <p:spPr>
          <a:xfrm>
            <a:off x="3416808" y="1664208"/>
            <a:ext cx="2310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Product Spec</a:t>
            </a:r>
          </a:p>
        </p:txBody>
      </p:sp>
      <p:sp>
        <p:nvSpPr>
          <p:cNvPr id="11" name="Step text 2"/>
          <p:cNvSpPr txBox="1"/>
          <p:nvPr/>
        </p:nvSpPr>
        <p:spPr>
          <a:xfrm>
            <a:off x="3416808" y="2011680"/>
            <a:ext cx="23103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chemeClr val="tx1"/>
                </a:solidFill>
                <a:latin typeface="+mn-lt"/>
              </a:rPr>
              <a:t>PS-001 across nine versions: v0.1 to v0.4, then v2.0 to v2.4 after the real brief.</a:t>
            </a:r>
          </a:p>
        </p:txBody>
      </p:sp>
      <p:sp>
        <p:nvSpPr>
          <p:cNvPr id="12" name="Step card 3"/>
          <p:cNvSpPr/>
          <p:nvPr/>
        </p:nvSpPr>
        <p:spPr>
          <a:xfrm>
            <a:off x="6074664" y="1188720"/>
            <a:ext cx="2639568" cy="1554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 number 3"/>
          <p:cNvSpPr txBox="1"/>
          <p:nvPr/>
        </p:nvSpPr>
        <p:spPr>
          <a:xfrm>
            <a:off x="6239256" y="12984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chemeClr val="accent1"/>
                </a:solidFill>
                <a:latin typeface="+mj-lt"/>
              </a:rPr>
              <a:t>3</a:t>
            </a:r>
          </a:p>
        </p:txBody>
      </p:sp>
      <p:sp>
        <p:nvSpPr>
          <p:cNvPr id="14" name="Step title 3"/>
          <p:cNvSpPr txBox="1"/>
          <p:nvPr/>
        </p:nvSpPr>
        <p:spPr>
          <a:xfrm>
            <a:off x="6239256" y="1664208"/>
            <a:ext cx="2310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Journey maps and prototype</a:t>
            </a:r>
          </a:p>
        </p:txBody>
      </p:sp>
      <p:sp>
        <p:nvSpPr>
          <p:cNvPr id="15" name="Step text 3"/>
          <p:cNvSpPr txBox="1"/>
          <p:nvPr/>
        </p:nvSpPr>
        <p:spPr>
          <a:xfrm>
            <a:off x="6239256" y="2011680"/>
            <a:ext cx="23103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chemeClr val="tx1"/>
                </a:solidFill>
                <a:latin typeface="+mn-lt"/>
              </a:rPr>
              <a:t>Journey maps and a working HTML prototype, kept in step with the spec through V3.</a:t>
            </a:r>
          </a:p>
        </p:txBody>
      </p:sp>
      <p:sp>
        <p:nvSpPr>
          <p:cNvPr id="16" name="Step card 4"/>
          <p:cNvSpPr/>
          <p:nvPr/>
        </p:nvSpPr>
        <p:spPr>
          <a:xfrm>
            <a:off x="429768" y="2880360"/>
            <a:ext cx="2639568" cy="1554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ep number 4"/>
          <p:cNvSpPr txBox="1"/>
          <p:nvPr/>
        </p:nvSpPr>
        <p:spPr>
          <a:xfrm>
            <a:off x="594359" y="2990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chemeClr val="accent1"/>
                </a:solidFill>
                <a:latin typeface="+mj-lt"/>
              </a:rPr>
              <a:t>4</a:t>
            </a:r>
          </a:p>
        </p:txBody>
      </p:sp>
      <p:sp>
        <p:nvSpPr>
          <p:cNvPr id="18" name="Step title 4"/>
          <p:cNvSpPr txBox="1"/>
          <p:nvPr/>
        </p:nvSpPr>
        <p:spPr>
          <a:xfrm>
            <a:off x="594359" y="3355848"/>
            <a:ext cx="2310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OpenSpec technical spec</a:t>
            </a:r>
          </a:p>
        </p:txBody>
      </p:sp>
      <p:sp>
        <p:nvSpPr>
          <p:cNvPr id="19" name="Step text 4"/>
          <p:cNvSpPr txBox="1"/>
          <p:nvPr/>
        </p:nvSpPr>
        <p:spPr>
          <a:xfrm>
            <a:off x="594359" y="3703320"/>
            <a:ext cx="23103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chemeClr val="tx1"/>
                </a:solidFill>
                <a:latin typeface="+mn-lt"/>
              </a:rPr>
              <a:t>The MVP change was built with 32 of 32 tasks done. A second change for spec v2.4 is planned: 30 tasks, none done yet.</a:t>
            </a:r>
          </a:p>
        </p:txBody>
      </p:sp>
      <p:sp>
        <p:nvSpPr>
          <p:cNvPr id="20" name="Step card 5"/>
          <p:cNvSpPr/>
          <p:nvPr/>
        </p:nvSpPr>
        <p:spPr>
          <a:xfrm>
            <a:off x="3252216" y="2880360"/>
            <a:ext cx="2639568" cy="1554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ep number 5"/>
          <p:cNvSpPr txBox="1"/>
          <p:nvPr/>
        </p:nvSpPr>
        <p:spPr>
          <a:xfrm>
            <a:off x="3416808" y="2990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chemeClr val="accent1"/>
                </a:solidFill>
                <a:latin typeface="+mj-lt"/>
              </a:rPr>
              <a:t>5</a:t>
            </a:r>
          </a:p>
        </p:txBody>
      </p:sp>
      <p:sp>
        <p:nvSpPr>
          <p:cNvPr id="22" name="Step title 5"/>
          <p:cNvSpPr txBox="1"/>
          <p:nvPr/>
        </p:nvSpPr>
        <p:spPr>
          <a:xfrm>
            <a:off x="3416808" y="3355848"/>
            <a:ext cx="2310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QA test spec</a:t>
            </a:r>
          </a:p>
        </p:txBody>
      </p:sp>
      <p:sp>
        <p:nvSpPr>
          <p:cNvPr id="23" name="Step text 5"/>
          <p:cNvSpPr txBox="1"/>
          <p:nvPr/>
        </p:nvSpPr>
        <p:spPr>
          <a:xfrm>
            <a:off x="3416808" y="3703320"/>
            <a:ext cx="23103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chemeClr val="tx1"/>
                </a:solidFill>
                <a:latin typeface="+mn-lt"/>
              </a:rPr>
              <a:t>20 test cases traced to acceptance criteria and business rules, with a gap log and a coverage matrix.</a:t>
            </a:r>
          </a:p>
        </p:txBody>
      </p:sp>
      <p:sp>
        <p:nvSpPr>
          <p:cNvPr id="24" name="Step card 6"/>
          <p:cNvSpPr/>
          <p:nvPr/>
        </p:nvSpPr>
        <p:spPr>
          <a:xfrm>
            <a:off x="6074664" y="2880360"/>
            <a:ext cx="2639568" cy="1554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ep number 6"/>
          <p:cNvSpPr txBox="1"/>
          <p:nvPr/>
        </p:nvSpPr>
        <p:spPr>
          <a:xfrm>
            <a:off x="6239256" y="2990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chemeClr val="accent1"/>
                </a:solidFill>
                <a:latin typeface="+mj-lt"/>
              </a:rPr>
              <a:t>6</a:t>
            </a:r>
          </a:p>
        </p:txBody>
      </p:sp>
      <p:sp>
        <p:nvSpPr>
          <p:cNvPr id="26" name="Step title 6"/>
          <p:cNvSpPr txBox="1"/>
          <p:nvPr/>
        </p:nvSpPr>
        <p:spPr>
          <a:xfrm>
            <a:off x="6239256" y="3355848"/>
            <a:ext cx="2310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Reviews and automation</a:t>
            </a:r>
          </a:p>
        </p:txBody>
      </p:sp>
      <p:sp>
        <p:nvSpPr>
          <p:cNvPr id="27" name="Step text 6"/>
          <p:cNvSpPr txBox="1"/>
          <p:nvPr/>
        </p:nvSpPr>
        <p:spPr>
          <a:xfrm>
            <a:off x="6239256" y="3703320"/>
            <a:ext cx="23103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chemeClr val="tx1"/>
                </a:solidFill>
                <a:latin typeface="+mn-lt"/>
              </a:rPr>
              <a:t>spec-readiness-review and spec-critic runs on the spec, and a Playwright suite with an Allure report.</a:t>
            </a:r>
          </a:p>
        </p:txBody>
      </p:sp>
      <p:sp>
        <p:nvSpPr>
          <p:cNvPr id="28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Team 7 · Cardiology Specialist Waitlist</a:t>
            </a:r>
          </a:p>
        </p:txBody>
      </p:sp>
      <p:sp>
        <p:nvSpPr>
          <p:cNvPr id="29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applied the pillars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29768" y="850392"/>
            <a:ext cx="82844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+mn-lt"/>
              </a:rPr>
              <a:t>Not the theory — what actually happened.</a:t>
            </a:r>
          </a:p>
        </p:txBody>
      </p:sp>
      <p:sp>
        <p:nvSpPr>
          <p:cNvPr id="4" name="Pillar row Governance"/>
          <p:cNvSpPr/>
          <p:nvPr/>
        </p:nvSpPr>
        <p:spPr>
          <a:xfrm>
            <a:off x="429768" y="1188720"/>
            <a:ext cx="8284464" cy="6035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llar chip Governance"/>
          <p:cNvSpPr/>
          <p:nvPr/>
        </p:nvSpPr>
        <p:spPr>
          <a:xfrm>
            <a:off x="429768" y="1188720"/>
            <a:ext cx="457200" cy="6035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800" b="1" i="0">
                <a:solidFill>
                  <a:schemeClr val="tx2"/>
                </a:solidFill>
                <a:latin typeface="+mj-lt"/>
              </a:rPr>
              <a:t>G</a:t>
            </a:r>
          </a:p>
        </p:txBody>
      </p:sp>
      <p:sp>
        <p:nvSpPr>
          <p:cNvPr id="6" name="Pillar name Governance"/>
          <p:cNvSpPr txBox="1"/>
          <p:nvPr/>
        </p:nvSpPr>
        <p:spPr>
          <a:xfrm>
            <a:off x="1005840" y="1188720"/>
            <a:ext cx="11887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Governance</a:t>
            </a:r>
          </a:p>
        </p:txBody>
      </p:sp>
      <p:sp>
        <p:nvSpPr>
          <p:cNvPr id="7" name="Pillar text Governance"/>
          <p:cNvSpPr txBox="1"/>
          <p:nvPr/>
        </p:nvSpPr>
        <p:spPr>
          <a:xfrm>
            <a:off x="2286000" y="1225296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chemeClr val="tx1"/>
                </a:solidFill>
                <a:latin typeface="+mn-lt"/>
              </a:rPr>
              <a:t>We overruled an AI suggestion to let urgent cases jump the waitlist — real clinics absorb emergencies as same-day delays, not queue reordering, so we locked in strict FIFO.</a:t>
            </a:r>
          </a:p>
          <a:p>
            <a:pPr algn="l"/>
            <a:r>
              <a:rPr sz="750" b="1" i="0">
                <a:solidFill>
                  <a:schemeClr val="tx2"/>
                </a:solidFill>
                <a:latin typeface="+mn-lt"/>
              </a:rPr>
              <a:t>EVIDENCE  </a:t>
            </a:r>
            <a:r>
              <a:rPr sz="800" b="0" i="0">
                <a:solidFill>
                  <a:schemeClr val="tx1"/>
                </a:solidFill>
                <a:latin typeface="+mn-lt"/>
              </a:rPr>
              <a:t>BR-006 and the resolved decision in PS-001 section 14</a:t>
            </a:r>
          </a:p>
        </p:txBody>
      </p:sp>
      <p:sp>
        <p:nvSpPr>
          <p:cNvPr id="8" name="Pillar row Alignment"/>
          <p:cNvSpPr/>
          <p:nvPr/>
        </p:nvSpPr>
        <p:spPr>
          <a:xfrm>
            <a:off x="429768" y="1837944"/>
            <a:ext cx="8284464" cy="6035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llar chip Alignment"/>
          <p:cNvSpPr/>
          <p:nvPr/>
        </p:nvSpPr>
        <p:spPr>
          <a:xfrm>
            <a:off x="429768" y="1837944"/>
            <a:ext cx="457200" cy="6035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800" b="1" i="0">
                <a:solidFill>
                  <a:schemeClr val="tx2"/>
                </a:solidFill>
                <a:latin typeface="+mj-lt"/>
              </a:rPr>
              <a:t>A</a:t>
            </a:r>
          </a:p>
        </p:txBody>
      </p:sp>
      <p:sp>
        <p:nvSpPr>
          <p:cNvPr id="10" name="Pillar name Alignment"/>
          <p:cNvSpPr txBox="1"/>
          <p:nvPr/>
        </p:nvSpPr>
        <p:spPr>
          <a:xfrm>
            <a:off x="1005840" y="1837944"/>
            <a:ext cx="11887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Alignment</a:t>
            </a:r>
          </a:p>
        </p:txBody>
      </p:sp>
      <p:sp>
        <p:nvSpPr>
          <p:cNvPr id="11" name="Pillar text Alignment"/>
          <p:cNvSpPr txBox="1"/>
          <p:nvPr/>
        </p:nvSpPr>
        <p:spPr>
          <a:xfrm>
            <a:off x="2286000" y="1874520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chemeClr val="tx1"/>
                </a:solidFill>
                <a:latin typeface="+mn-lt"/>
              </a:rPr>
              <a:t>UX built the journey maps and working prototype; BA/QA folded every open decision into the Product Spec — each round of feedback updated both before the next build pass.</a:t>
            </a:r>
          </a:p>
          <a:p>
            <a:pPr algn="l"/>
            <a:r>
              <a:rPr sz="750" b="1" i="0">
                <a:solidFill>
                  <a:schemeClr val="tx2"/>
                </a:solidFill>
                <a:latin typeface="+mn-lt"/>
              </a:rPr>
              <a:t>EVIDENCE  </a:t>
            </a:r>
            <a:r>
              <a:rPr sz="800" b="0" i="0">
                <a:solidFill>
                  <a:schemeClr val="tx1"/>
                </a:solidFill>
                <a:latin typeface="+mn-lt"/>
              </a:rPr>
              <a:t>Open review findings became questions for the Product Owner; the answers were applied in spec v2.4 and the QA spec</a:t>
            </a:r>
          </a:p>
        </p:txBody>
      </p:sp>
      <p:sp>
        <p:nvSpPr>
          <p:cNvPr id="12" name="Pillar row Quality"/>
          <p:cNvSpPr/>
          <p:nvPr/>
        </p:nvSpPr>
        <p:spPr>
          <a:xfrm>
            <a:off x="429768" y="2487168"/>
            <a:ext cx="8284464" cy="6035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illar chip Quality"/>
          <p:cNvSpPr/>
          <p:nvPr/>
        </p:nvSpPr>
        <p:spPr>
          <a:xfrm>
            <a:off x="429768" y="2487168"/>
            <a:ext cx="457200" cy="6035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800" b="1" i="0">
                <a:solidFill>
                  <a:schemeClr val="tx2"/>
                </a:solidFill>
                <a:latin typeface="+mj-lt"/>
              </a:rPr>
              <a:t>Q</a:t>
            </a:r>
          </a:p>
        </p:txBody>
      </p:sp>
      <p:sp>
        <p:nvSpPr>
          <p:cNvPr id="14" name="Pillar name Quality"/>
          <p:cNvSpPr txBox="1"/>
          <p:nvPr/>
        </p:nvSpPr>
        <p:spPr>
          <a:xfrm>
            <a:off x="1005840" y="2487168"/>
            <a:ext cx="11887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Quality</a:t>
            </a:r>
          </a:p>
        </p:txBody>
      </p:sp>
      <p:sp>
        <p:nvSpPr>
          <p:cNvPr id="15" name="Pillar text Quality"/>
          <p:cNvSpPr txBox="1"/>
          <p:nvPr/>
        </p:nvSpPr>
        <p:spPr>
          <a:xfrm>
            <a:off x="2286000" y="2523744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chemeClr val="tx1"/>
                </a:solidFill>
                <a:latin typeface="+mn-lt"/>
              </a:rPr>
              <a:t>We caught our own prototype contradicting our own business rule — a decline was auto-cascading to the next patient when the spec required a separate staff action. Fixed before it reached the team.</a:t>
            </a:r>
          </a:p>
          <a:p>
            <a:pPr algn="l"/>
            <a:r>
              <a:rPr sz="750" b="1" i="0">
                <a:solidFill>
                  <a:schemeClr val="tx2"/>
                </a:solidFill>
                <a:latin typeface="+mn-lt"/>
              </a:rPr>
              <a:t>EVIDENCE  </a:t>
            </a:r>
            <a:r>
              <a:rPr sz="800" b="0" i="0">
                <a:solidFill>
                  <a:schemeClr val="tx1"/>
                </a:solidFill>
                <a:latin typeface="+mn-lt"/>
              </a:rPr>
              <a:t>Reviews also flagged "first in line" contradicting the skip rule; fixed in v2.3</a:t>
            </a:r>
          </a:p>
        </p:txBody>
      </p:sp>
      <p:sp>
        <p:nvSpPr>
          <p:cNvPr id="16" name="Pillar row Living Agility"/>
          <p:cNvSpPr/>
          <p:nvPr/>
        </p:nvSpPr>
        <p:spPr>
          <a:xfrm>
            <a:off x="429768" y="3136392"/>
            <a:ext cx="8284464" cy="6035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illar chip Living Agility"/>
          <p:cNvSpPr/>
          <p:nvPr/>
        </p:nvSpPr>
        <p:spPr>
          <a:xfrm>
            <a:off x="429768" y="3136392"/>
            <a:ext cx="457200" cy="6035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800" b="1" i="0">
                <a:solidFill>
                  <a:schemeClr val="tx2"/>
                </a:solidFill>
                <a:latin typeface="+mj-lt"/>
              </a:rPr>
              <a:t>L</a:t>
            </a:r>
          </a:p>
        </p:txBody>
      </p:sp>
      <p:sp>
        <p:nvSpPr>
          <p:cNvPr id="18" name="Pillar name Living Agility"/>
          <p:cNvSpPr txBox="1"/>
          <p:nvPr/>
        </p:nvSpPr>
        <p:spPr>
          <a:xfrm>
            <a:off x="1005840" y="3136392"/>
            <a:ext cx="11887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Living Agility</a:t>
            </a:r>
          </a:p>
        </p:txBody>
      </p:sp>
      <p:sp>
        <p:nvSpPr>
          <p:cNvPr id="19" name="Pillar text Living Agility"/>
          <p:cNvSpPr txBox="1"/>
          <p:nvPr/>
        </p:nvSpPr>
        <p:spPr>
          <a:xfrm>
            <a:off x="2286000" y="3172968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chemeClr val="tx1"/>
                </a:solidFill>
                <a:latin typeface="+mn-lt"/>
              </a:rPr>
              <a:t>A missed Confluence brief, found mid-hackathon, reframed our entire scope — from a single private clinic to one pilot specialty inside an 8-specialty public hospital — and the spec was rewritten to match, not the other way around.</a:t>
            </a:r>
          </a:p>
          <a:p>
            <a:pPr algn="l"/>
            <a:r>
              <a:rPr sz="750" b="1" i="0">
                <a:solidFill>
                  <a:schemeClr val="tx2"/>
                </a:solidFill>
                <a:latin typeface="+mn-lt"/>
              </a:rPr>
              <a:t>EVIDENCE  </a:t>
            </a:r>
            <a:r>
              <a:rPr sz="800" b="0" i="0">
                <a:solidFill>
                  <a:schemeClr val="tx1"/>
                </a:solidFill>
                <a:latin typeface="+mn-lt"/>
              </a:rPr>
              <a:t>PS-001 v0.4 realigned as v2.0; scope narrowed again in v2.2</a:t>
            </a:r>
          </a:p>
        </p:txBody>
      </p:sp>
      <p:sp>
        <p:nvSpPr>
          <p:cNvPr id="20" name="Pillar row Adaptability"/>
          <p:cNvSpPr/>
          <p:nvPr/>
        </p:nvSpPr>
        <p:spPr>
          <a:xfrm>
            <a:off x="429768" y="3785616"/>
            <a:ext cx="8284464" cy="6035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illar chip Adaptability"/>
          <p:cNvSpPr/>
          <p:nvPr/>
        </p:nvSpPr>
        <p:spPr>
          <a:xfrm>
            <a:off x="429768" y="3785616"/>
            <a:ext cx="457200" cy="6035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800" b="1" i="0">
                <a:solidFill>
                  <a:schemeClr val="tx2"/>
                </a:solidFill>
                <a:latin typeface="+mj-lt"/>
              </a:rPr>
              <a:t>A</a:t>
            </a:r>
          </a:p>
        </p:txBody>
      </p:sp>
      <p:sp>
        <p:nvSpPr>
          <p:cNvPr id="22" name="Pillar name Adaptability"/>
          <p:cNvSpPr txBox="1"/>
          <p:nvPr/>
        </p:nvSpPr>
        <p:spPr>
          <a:xfrm>
            <a:off x="1005840" y="3785616"/>
            <a:ext cx="11887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Adaptability</a:t>
            </a:r>
          </a:p>
        </p:txBody>
      </p:sp>
      <p:sp>
        <p:nvSpPr>
          <p:cNvPr id="23" name="Pillar text Adaptability"/>
          <p:cNvSpPr txBox="1"/>
          <p:nvPr/>
        </p:nvSpPr>
        <p:spPr>
          <a:xfrm>
            <a:off x="2286000" y="3822192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chemeClr val="tx1"/>
                </a:solidFill>
                <a:latin typeface="+mn-lt"/>
              </a:rPr>
              <a:t>We kept the prototype one HTML page with internal tabs instead of multiple pages, specifically because our dev needed to build fast — calibrated to the week's real constraint, not gold-plated.</a:t>
            </a:r>
          </a:p>
          <a:p>
            <a:pPr algn="l"/>
            <a:r>
              <a:rPr sz="750" b="1" i="0">
                <a:solidFill>
                  <a:schemeClr val="tx2"/>
                </a:solidFill>
                <a:latin typeface="+mn-lt"/>
              </a:rPr>
              <a:t>EVIDENCE  </a:t>
            </a:r>
            <a:r>
              <a:rPr sz="800" b="0" i="0">
                <a:solidFill>
                  <a:schemeClr val="tx1"/>
                </a:solidFill>
                <a:latin typeface="+mn-lt"/>
              </a:rPr>
              <a:t>QA test spec capped at 20 cases; the suite automates only what can run on today's build</a:t>
            </a:r>
          </a:p>
        </p:txBody>
      </p:sp>
      <p:sp>
        <p:nvSpPr>
          <p:cNvPr id="24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Team 7 · Cardiology Specialist Waitlist</a:t>
            </a:r>
          </a:p>
        </p:txBody>
      </p:sp>
      <p:sp>
        <p:nvSpPr>
          <p:cNvPr id="25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reviews and tests say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29768" y="850392"/>
            <a:ext cx="82844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+mn-lt"/>
              </a:rPr>
              <a:t>Our own runs of the spec-readiness-review skill, the QA test spec and the Playwright suite.</a:t>
            </a:r>
          </a:p>
        </p:txBody>
      </p:sp>
      <p:sp>
        <p:nvSpPr>
          <p:cNvPr id="6" name="Readiness panel"/>
          <p:cNvSpPr/>
          <p:nvPr/>
        </p:nvSpPr>
        <p:spPr>
          <a:xfrm>
            <a:off x="429768" y="1188720"/>
            <a:ext cx="4206240" cy="3291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adiness heading"/>
          <p:cNvSpPr txBox="1"/>
          <p:nvPr/>
        </p:nvSpPr>
        <p:spPr>
          <a:xfrm>
            <a:off x="612648" y="129844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chemeClr val="tx2"/>
                </a:solidFill>
                <a:latin typeface="+mj-lt"/>
              </a:rPr>
              <a:t>Spec readiness score, out of 65</a:t>
            </a:r>
          </a:p>
        </p:txBody>
      </p:sp>
      <p:graphicFrame>
        <p:nvGraphicFramePr>
          <p:cNvPr id="8" name="Readiness score chart"/>
          <p:cNvGraphicFramePr>
            <a:graphicFrameLocks noGrp="1"/>
          </p:cNvGraphicFramePr>
          <p:nvPr/>
        </p:nvGraphicFramePr>
        <p:xfrm>
          <a:off x="548640" y="1600200"/>
          <a:ext cx="3977639" cy="1325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adiness note"/>
          <p:cNvSpPr txBox="1"/>
          <p:nvPr/>
        </p:nvSpPr>
        <p:spPr>
          <a:xfrm>
            <a:off x="612648" y="3017520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+mn-lt"/>
              </a:rPr>
              <a:t>Both scores fall in "Minor Revisions Needed". The spec-critic still says "Requires Refinement" for v2.4, with open Product Owner confirmations.</a:t>
            </a:r>
          </a:p>
        </p:txBody>
      </p:sp>
      <p:sp>
        <p:nvSpPr>
          <p:cNvPr id="10" name="Readiness scale"/>
          <p:cNvSpPr txBox="1"/>
          <p:nvPr/>
        </p:nvSpPr>
        <p:spPr>
          <a:xfrm>
            <a:off x="612648" y="3657600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chemeClr val="tx2"/>
                </a:solidFill>
                <a:latin typeface="+mn-lt"/>
              </a:rPr>
              <a:t>Scale: </a:t>
            </a:r>
            <a:r>
              <a:rPr sz="900" b="0" i="0">
                <a:solidFill>
                  <a:schemeClr val="tx1"/>
                </a:solidFill>
                <a:latin typeface="+mn-lt"/>
              </a:rPr>
              <a:t>59 to 65 SDD-Ready · 46 to 58 Minor Revisions Needed · 33 to 45 Significant Revisions Needed · below 33 Not Ready.</a:t>
            </a:r>
          </a:p>
        </p:txBody>
      </p:sp>
      <p:sp>
        <p:nvSpPr>
          <p:cNvPr id="11" name="QA panel"/>
          <p:cNvSpPr/>
          <p:nvPr/>
        </p:nvSpPr>
        <p:spPr>
          <a:xfrm>
            <a:off x="4818888" y="1188720"/>
            <a:ext cx="3895344" cy="160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QA heading"/>
          <p:cNvSpPr txBox="1"/>
          <p:nvPr/>
        </p:nvSpPr>
        <p:spPr>
          <a:xfrm>
            <a:off x="5001768" y="129844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chemeClr val="tx2"/>
                </a:solidFill>
                <a:latin typeface="+mj-lt"/>
              </a:rPr>
              <a:t>QA test spec</a:t>
            </a:r>
          </a:p>
        </p:txBody>
      </p:sp>
      <p:sp>
        <p:nvSpPr>
          <p:cNvPr id="13" name="QA KPI 20"/>
          <p:cNvSpPr/>
          <p:nvPr/>
        </p:nvSpPr>
        <p:spPr>
          <a:xfrm>
            <a:off x="5001768" y="1645920"/>
            <a:ext cx="1696212" cy="1005840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A number 20"/>
          <p:cNvSpPr txBox="1"/>
          <p:nvPr/>
        </p:nvSpPr>
        <p:spPr>
          <a:xfrm>
            <a:off x="5111496" y="1700784"/>
            <a:ext cx="147675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chemeClr val="tx2"/>
                </a:solidFill>
                <a:latin typeface="+mj-lt"/>
              </a:rPr>
              <a:t>20</a:t>
            </a:r>
          </a:p>
        </p:txBody>
      </p:sp>
      <p:sp>
        <p:nvSpPr>
          <p:cNvPr id="15" name="QA label 20"/>
          <p:cNvSpPr txBox="1"/>
          <p:nvPr/>
        </p:nvSpPr>
        <p:spPr>
          <a:xfrm>
            <a:off x="5111496" y="2148840"/>
            <a:ext cx="147675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+mn-lt"/>
              </a:rPr>
              <a:t>test cases, the agreed maximum</a:t>
            </a:r>
          </a:p>
        </p:txBody>
      </p:sp>
      <p:sp>
        <p:nvSpPr>
          <p:cNvPr id="16" name="QA KPI 15"/>
          <p:cNvSpPr/>
          <p:nvPr/>
        </p:nvSpPr>
        <p:spPr>
          <a:xfrm>
            <a:off x="6835140" y="1645920"/>
            <a:ext cx="1696212" cy="1005840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QA number 15"/>
          <p:cNvSpPr txBox="1"/>
          <p:nvPr/>
        </p:nvSpPr>
        <p:spPr>
          <a:xfrm>
            <a:off x="6944868" y="1700784"/>
            <a:ext cx="147675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chemeClr val="tx2"/>
                </a:solidFill>
                <a:latin typeface="+mj-lt"/>
              </a:rPr>
              <a:t>15</a:t>
            </a:r>
          </a:p>
        </p:txBody>
      </p:sp>
      <p:sp>
        <p:nvSpPr>
          <p:cNvPr id="18" name="QA label 15"/>
          <p:cNvSpPr txBox="1"/>
          <p:nvPr/>
        </p:nvSpPr>
        <p:spPr>
          <a:xfrm>
            <a:off x="6944868" y="2148840"/>
            <a:ext cx="147675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+mn-lt"/>
              </a:rPr>
              <a:t>gaps logged; 6 resolved by the Product Owner</a:t>
            </a:r>
          </a:p>
        </p:txBody>
      </p:sp>
      <p:sp>
        <p:nvSpPr>
          <p:cNvPr id="19" name="Playwright panel"/>
          <p:cNvSpPr/>
          <p:nvPr/>
        </p:nvSpPr>
        <p:spPr>
          <a:xfrm>
            <a:off x="4818888" y="2880360"/>
            <a:ext cx="3895344" cy="160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laywright heading"/>
          <p:cNvSpPr txBox="1"/>
          <p:nvPr/>
        </p:nvSpPr>
        <p:spPr>
          <a:xfrm>
            <a:off x="5001768" y="299008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chemeClr val="tx2"/>
                </a:solidFill>
                <a:latin typeface="+mj-lt"/>
              </a:rPr>
              <a:t>Playwright suite, today's build</a:t>
            </a:r>
          </a:p>
        </p:txBody>
      </p:sp>
      <p:sp>
        <p:nvSpPr>
          <p:cNvPr id="21" name="Playwright KPI 12"/>
          <p:cNvSpPr/>
          <p:nvPr/>
        </p:nvSpPr>
        <p:spPr>
          <a:xfrm>
            <a:off x="5001768" y="3337560"/>
            <a:ext cx="1696212" cy="1005840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laywright number 12"/>
          <p:cNvSpPr txBox="1"/>
          <p:nvPr/>
        </p:nvSpPr>
        <p:spPr>
          <a:xfrm>
            <a:off x="5111496" y="3392424"/>
            <a:ext cx="147675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chemeClr val="tx2"/>
                </a:solidFill>
                <a:latin typeface="+mj-lt"/>
              </a:rPr>
              <a:t>12</a:t>
            </a:r>
          </a:p>
        </p:txBody>
      </p:sp>
      <p:sp>
        <p:nvSpPr>
          <p:cNvPr id="23" name="Playwright label 12"/>
          <p:cNvSpPr txBox="1"/>
          <p:nvPr/>
        </p:nvSpPr>
        <p:spPr>
          <a:xfrm>
            <a:off x="5111496" y="3840480"/>
            <a:ext cx="147675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+mn-lt"/>
              </a:rPr>
              <a:t>tests passing</a:t>
            </a:r>
          </a:p>
        </p:txBody>
      </p:sp>
      <p:sp>
        <p:nvSpPr>
          <p:cNvPr id="24" name="Playwright KPI 11"/>
          <p:cNvSpPr/>
          <p:nvPr/>
        </p:nvSpPr>
        <p:spPr>
          <a:xfrm>
            <a:off x="6835140" y="3337560"/>
            <a:ext cx="1696212" cy="1005840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laywright number 11"/>
          <p:cNvSpPr txBox="1"/>
          <p:nvPr/>
        </p:nvSpPr>
        <p:spPr>
          <a:xfrm>
            <a:off x="6944868" y="3392424"/>
            <a:ext cx="147675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chemeClr val="tx2"/>
                </a:solidFill>
                <a:latin typeface="+mj-lt"/>
              </a:rPr>
              <a:t>11</a:t>
            </a:r>
          </a:p>
        </p:txBody>
      </p:sp>
      <p:sp>
        <p:nvSpPr>
          <p:cNvPr id="26" name="Playwright label 11"/>
          <p:cNvSpPr txBox="1"/>
          <p:nvPr/>
        </p:nvSpPr>
        <p:spPr>
          <a:xfrm>
            <a:off x="6944868" y="3840480"/>
            <a:ext cx="147675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+mn-lt"/>
              </a:rPr>
              <a:t>skipped until the telephone path is built</a:t>
            </a:r>
          </a:p>
        </p:txBody>
      </p:sp>
      <p:sp>
        <p:nvSpPr>
          <p:cNvPr id="27" name="Footer Placeholder 14">
            <a:extLst>
              <a:ext uri="{FF2B5EF4-FFF2-40B4-BE49-F238E27FC236}">
                <a16:creationId xmlns:a16="http://schemas.microsoft.com/office/drawing/2014/main" id="{221117ED-42A8-FDD1-011C-74C6935B09A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t>Team 7 · Cardiology Specialist Waitlist</a:t>
            </a:r>
          </a:p>
        </p:txBody>
      </p:sp>
      <p:sp>
        <p:nvSpPr>
          <p:cNvPr id="28" name="Slide Number Placeholder 15">
            <a:extLst>
              <a:ext uri="{FF2B5EF4-FFF2-40B4-BE49-F238E27FC236}">
                <a16:creationId xmlns:a16="http://schemas.microsoft.com/office/drawing/2014/main" id="{73FF4320-CD95-4F2D-D445-C3F1316C08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1371600"/>
            <a:ext cx="8284464" cy="1097280"/>
          </a:xfrm>
        </p:spPr>
        <p:txBody>
          <a:bodyPr/>
          <a:lstStyle/>
          <a:p>
            <a:r>
              <a:rPr sz="6600" b="1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 sz="quarter"/>
          </p:nvPr>
        </p:nvSpPr>
        <p:spPr>
          <a:xfrm>
            <a:off x="429768" y="2606040"/>
            <a:ext cx="6949440" cy="822960"/>
          </a:xfrm>
        </p:spPr>
        <p:txBody>
          <a:bodyPr/>
          <a:lstStyle/>
          <a:p>
            <a:r>
              <a:rPr sz="2200"/>
              <a:t>The product in action — one shared record, two ways in: the web, or a phone call.</a:t>
            </a:r>
          </a:p>
        </p:txBody>
      </p:sp>
      <p:sp>
        <p:nvSpPr>
          <p:cNvPr id="4" name="Running locally tag"/>
          <p:cNvSpPr/>
          <p:nvPr/>
        </p:nvSpPr>
        <p:spPr>
          <a:xfrm>
            <a:off x="429768" y="3611880"/>
            <a:ext cx="1737360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 rIns="45720" bIns="0" wrap="square">
            <a:noAutofit/>
          </a:bodyPr>
          <a:lstStyle/>
          <a:p>
            <a:pPr algn="ctr"/>
            <a:r>
              <a:rPr sz="1100" b="1" i="0">
                <a:solidFill>
                  <a:schemeClr val="tx2"/>
                </a:solidFill>
                <a:latin typeface="+mn-lt"/>
              </a:rPr>
              <a:t>RUNNING LOCALLY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BEA3E6E6-3E34-82A3-4567-213BC4E790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Team 7 · Cardiology Specialist Waitlist</a:t>
            </a:r>
          </a:p>
        </p:txBody>
      </p:sp>
      <p:sp>
        <p:nvSpPr>
          <p:cNvPr id="14" name="Slide Number Placeholder 12">
            <a:extLst>
              <a:ext uri="{FF2B5EF4-FFF2-40B4-BE49-F238E27FC236}">
                <a16:creationId xmlns:a16="http://schemas.microsoft.com/office/drawing/2014/main" id="{F9B3D974-2EC8-C50A-1A6A-905B3FCA36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didn't go as expected</a:t>
            </a:r>
          </a:p>
        </p:txBody>
      </p:sp>
      <p:sp>
        <p:nvSpPr>
          <p:cNvPr id="3" name="Challenge card 1"/>
          <p:cNvSpPr/>
          <p:nvPr/>
        </p:nvSpPr>
        <p:spPr>
          <a:xfrm>
            <a:off x="429768" y="960120"/>
            <a:ext cx="2639568" cy="2331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allenge number 1"/>
          <p:cNvSpPr txBox="1"/>
          <p:nvPr/>
        </p:nvSpPr>
        <p:spPr>
          <a:xfrm>
            <a:off x="612647" y="10515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chemeClr val="accent1"/>
                </a:solidFill>
                <a:latin typeface="+mj-lt"/>
              </a:rPr>
              <a:t>1</a:t>
            </a:r>
          </a:p>
        </p:txBody>
      </p:sp>
      <p:sp>
        <p:nvSpPr>
          <p:cNvPr id="5" name="Challenge title 1"/>
          <p:cNvSpPr txBox="1"/>
          <p:nvPr/>
        </p:nvSpPr>
        <p:spPr>
          <a:xfrm>
            <a:off x="612647" y="1554480"/>
            <a:ext cx="22738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A brief we hadn't seen</a:t>
            </a:r>
          </a:p>
        </p:txBody>
      </p:sp>
      <p:sp>
        <p:nvSpPr>
          <p:cNvPr id="6" name="Challenge text 1"/>
          <p:cNvSpPr txBox="1"/>
          <p:nvPr/>
        </p:nvSpPr>
        <p:spPr>
          <a:xfrm>
            <a:off x="612647" y="2103120"/>
            <a:ext cx="2273808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On day 3 we discovered a Confluence doc with the full, real problem statement — our scope had been an assumption, not a fact, for two days.</a:t>
            </a:r>
          </a:p>
        </p:txBody>
      </p:sp>
      <p:sp>
        <p:nvSpPr>
          <p:cNvPr id="7" name="Challenge card 2"/>
          <p:cNvSpPr/>
          <p:nvPr/>
        </p:nvSpPr>
        <p:spPr>
          <a:xfrm>
            <a:off x="3252216" y="960120"/>
            <a:ext cx="2639568" cy="2331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allenge number 2"/>
          <p:cNvSpPr txBox="1"/>
          <p:nvPr/>
        </p:nvSpPr>
        <p:spPr>
          <a:xfrm>
            <a:off x="3435096" y="10515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chemeClr val="accent1"/>
                </a:solidFill>
                <a:latin typeface="+mj-lt"/>
              </a:rPr>
              <a:t>2</a:t>
            </a:r>
          </a:p>
        </p:txBody>
      </p:sp>
      <p:sp>
        <p:nvSpPr>
          <p:cNvPr id="9" name="Challenge title 2"/>
          <p:cNvSpPr txBox="1"/>
          <p:nvPr/>
        </p:nvSpPr>
        <p:spPr>
          <a:xfrm>
            <a:off x="3435096" y="1554480"/>
            <a:ext cx="22738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A rule we'd built wrong</a:t>
            </a:r>
          </a:p>
        </p:txBody>
      </p:sp>
      <p:sp>
        <p:nvSpPr>
          <p:cNvPr id="10" name="Challenge text 2"/>
          <p:cNvSpPr txBox="1"/>
          <p:nvPr/>
        </p:nvSpPr>
        <p:spPr>
          <a:xfrm>
            <a:off x="3435096" y="2103120"/>
            <a:ext cx="2273808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Our own prototype auto-advanced the waitlist on a decline — directly contradicting a business rule we ourselves had written. Caught by re-reading the spec against the build.</a:t>
            </a:r>
          </a:p>
        </p:txBody>
      </p:sp>
      <p:sp>
        <p:nvSpPr>
          <p:cNvPr id="11" name="Challenge card 3"/>
          <p:cNvSpPr/>
          <p:nvPr/>
        </p:nvSpPr>
        <p:spPr>
          <a:xfrm>
            <a:off x="6074664" y="960120"/>
            <a:ext cx="2639568" cy="2331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llenge number 3"/>
          <p:cNvSpPr txBox="1"/>
          <p:nvPr/>
        </p:nvSpPr>
        <p:spPr>
          <a:xfrm>
            <a:off x="6257544" y="10515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chemeClr val="accent1"/>
                </a:solidFill>
                <a:latin typeface="+mj-lt"/>
              </a:rPr>
              <a:t>3</a:t>
            </a:r>
          </a:p>
        </p:txBody>
      </p:sp>
      <p:sp>
        <p:nvSpPr>
          <p:cNvPr id="13" name="Challenge title 3"/>
          <p:cNvSpPr txBox="1"/>
          <p:nvPr/>
        </p:nvSpPr>
        <p:spPr>
          <a:xfrm>
            <a:off x="6257544" y="1554480"/>
            <a:ext cx="22738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A bug only the script found</a:t>
            </a:r>
          </a:p>
        </p:txBody>
      </p:sp>
      <p:sp>
        <p:nvSpPr>
          <p:cNvPr id="14" name="Challenge text 3"/>
          <p:cNvSpPr txBox="1"/>
          <p:nvPr/>
        </p:nvSpPr>
        <p:spPr>
          <a:xfrm>
            <a:off x="6257544" y="2103120"/>
            <a:ext cx="2273808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Writing the literal demo script — not just clicking around — surfaced a queue-ordering bug no one had noticed in casual testing.</a:t>
            </a:r>
          </a:p>
        </p:txBody>
      </p:sp>
      <p:sp>
        <p:nvSpPr>
          <p:cNvPr id="15" name="Still open strip"/>
          <p:cNvSpPr/>
          <p:nvPr/>
        </p:nvSpPr>
        <p:spPr>
          <a:xfrm>
            <a:off x="429768" y="3474720"/>
            <a:ext cx="8284464" cy="10058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ill open tag"/>
          <p:cNvSpPr/>
          <p:nvPr/>
        </p:nvSpPr>
        <p:spPr>
          <a:xfrm>
            <a:off x="429768" y="3474720"/>
            <a:ext cx="1325880" cy="10058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 rIns="45720" bIns="0" wrap="square">
            <a:no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  <a:latin typeface="+mn-lt"/>
              </a:rPr>
              <a:t>STILL OPEN</a:t>
            </a:r>
          </a:p>
        </p:txBody>
      </p:sp>
      <p:sp>
        <p:nvSpPr>
          <p:cNvPr id="17" name="Still open spec status"/>
          <p:cNvSpPr txBox="1"/>
          <p:nvPr/>
        </p:nvSpPr>
        <p:spPr>
          <a:xfrm>
            <a:off x="1920240" y="3566160"/>
            <a:ext cx="333756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chemeClr val="accent1"/>
                </a:solidFill>
                <a:latin typeface="+mn-lt"/>
              </a:rPr>
              <a:t>Spec status. </a:t>
            </a:r>
            <a:r>
              <a:rPr sz="1000" b="0" i="0">
                <a:solidFill>
                  <a:schemeClr val="bg1"/>
                </a:solidFill>
                <a:latin typeface="+mn-lt"/>
              </a:rPr>
              <a:t>v2.0 called itself "Ready with Minor Refinement"; the review said "Requires Refinement". We corrected it, and v2.4 still carries open confirmations.</a:t>
            </a:r>
          </a:p>
        </p:txBody>
      </p:sp>
      <p:sp>
        <p:nvSpPr>
          <p:cNvPr id="18" name="Still open telephone path"/>
          <p:cNvSpPr txBox="1"/>
          <p:nvPr/>
        </p:nvSpPr>
        <p:spPr>
          <a:xfrm>
            <a:off x="5440680" y="3566160"/>
            <a:ext cx="315468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chemeClr val="accent1"/>
                </a:solidFill>
                <a:latin typeface="+mn-lt"/>
              </a:rPr>
              <a:t>Telephone path. </a:t>
            </a:r>
            <a:r>
              <a:rPr sz="1000" b="0" i="0">
                <a:solidFill>
                  <a:schemeClr val="bg1"/>
                </a:solidFill>
                <a:latin typeface="+mn-lt"/>
              </a:rPr>
              <a:t>It is specified, but not built yet: 0 of 30 tasks done, so 11 automated tests wait for it.</a:t>
            </a:r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Team 7 · Cardiology Specialist Waitlist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spec as a living record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29768" y="850392"/>
            <a:ext cx="82844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+mn-lt"/>
              </a:rPr>
              <a:t>What changed between day 1 and today — and why that's the point.</a:t>
            </a:r>
          </a:p>
        </p:txBody>
      </p:sp>
      <p:sp>
        <p:nvSpPr>
          <p:cNvPr id="4" name="Day 1 panel"/>
          <p:cNvSpPr/>
          <p:nvPr/>
        </p:nvSpPr>
        <p:spPr>
          <a:xfrm>
            <a:off x="429768" y="1188720"/>
            <a:ext cx="4050791" cy="2103120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y 1 text"/>
          <p:cNvSpPr txBox="1"/>
          <p:nvPr/>
        </p:nvSpPr>
        <p:spPr>
          <a:xfrm>
            <a:off x="658368" y="1298448"/>
            <a:ext cx="361188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chemeClr val="tx2"/>
                </a:solidFill>
                <a:latin typeface="+mj-lt"/>
              </a:rPr>
              <a:t>Day 1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tx1"/>
                </a:solidFill>
                <a:latin typeface="+mn-lt"/>
              </a:rPr>
              <a:t>Single private clinic, one specialist — assumed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tx1"/>
                </a:solidFill>
                <a:latin typeface="+mn-lt"/>
              </a:rPr>
              <a:t>Patients see a live waitlist position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tx1"/>
                </a:solidFill>
                <a:latin typeface="+mn-lt"/>
              </a:rPr>
              <a:t>Patients can be removed from the list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tx1"/>
                </a:solidFill>
                <a:latin typeface="+mn-lt"/>
              </a:rPr>
              <a:t>Digital-only — no telephone path considered</a:t>
            </a:r>
          </a:p>
        </p:txBody>
      </p:sp>
      <p:sp>
        <p:nvSpPr>
          <p:cNvPr id="6" name="Today panel"/>
          <p:cNvSpPr/>
          <p:nvPr/>
        </p:nvSpPr>
        <p:spPr>
          <a:xfrm>
            <a:off x="4663440" y="1188720"/>
            <a:ext cx="4050791" cy="210312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oday text"/>
          <p:cNvSpPr txBox="1"/>
          <p:nvPr/>
        </p:nvSpPr>
        <p:spPr>
          <a:xfrm>
            <a:off x="4892040" y="1298448"/>
            <a:ext cx="361188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chemeClr val="accent1"/>
                </a:solidFill>
                <a:latin typeface="+mj-lt"/>
              </a:rPr>
              <a:t>Today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bg1"/>
                </a:solidFill>
                <a:latin typeface="+mn-lt"/>
              </a:rPr>
              <a:t>One pilot specialty in an 8-specialty hospital — confirmed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bg1"/>
                </a:solidFill>
                <a:latin typeface="+mn-lt"/>
              </a:rPr>
              <a:t>Position display deferred — explicitly out of this iteration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bg1"/>
                </a:solidFill>
                <a:latin typeface="+mn-lt"/>
              </a:rPr>
              <a:t>Removal deferred — explicitly out of this iteration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bg1"/>
                </a:solidFill>
                <a:latin typeface="+mn-lt"/>
              </a:rPr>
              <a:t>Telephone path is a primary path, not an edge case</a:t>
            </a:r>
          </a:p>
        </p:txBody>
      </p:sp>
      <p:sp>
        <p:nvSpPr>
          <p:cNvPr id="8" name="Trail v0.1–0.4"/>
          <p:cNvSpPr/>
          <p:nvPr/>
        </p:nvSpPr>
        <p:spPr>
          <a:xfrm>
            <a:off x="448056" y="3474720"/>
            <a:ext cx="1344168" cy="1005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il version v0.1–0.4"/>
          <p:cNvSpPr txBox="1"/>
          <p:nvPr/>
        </p:nvSpPr>
        <p:spPr>
          <a:xfrm>
            <a:off x="539496" y="3547872"/>
            <a:ext cx="11612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v0.1–0.4</a:t>
            </a:r>
          </a:p>
        </p:txBody>
      </p:sp>
      <p:sp>
        <p:nvSpPr>
          <p:cNvPr id="10" name="Trail text v0.1–0.4"/>
          <p:cNvSpPr txBox="1"/>
          <p:nvPr/>
        </p:nvSpPr>
        <p:spPr>
          <a:xfrm>
            <a:off x="539496" y="3858768"/>
            <a:ext cx="116128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chemeClr val="tx1"/>
                </a:solidFill>
                <a:latin typeface="+mn-lt"/>
              </a:rPr>
              <a:t>Single clinic, assumed</a:t>
            </a:r>
          </a:p>
        </p:txBody>
      </p:sp>
      <p:sp>
        <p:nvSpPr>
          <p:cNvPr id="11" name="Trail v2.0"/>
          <p:cNvSpPr/>
          <p:nvPr/>
        </p:nvSpPr>
        <p:spPr>
          <a:xfrm>
            <a:off x="1828800" y="3474720"/>
            <a:ext cx="1344168" cy="1005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il version v2.0"/>
          <p:cNvSpPr txBox="1"/>
          <p:nvPr/>
        </p:nvSpPr>
        <p:spPr>
          <a:xfrm>
            <a:off x="1920240" y="3547872"/>
            <a:ext cx="11612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v2.0</a:t>
            </a:r>
          </a:p>
        </p:txBody>
      </p:sp>
      <p:sp>
        <p:nvSpPr>
          <p:cNvPr id="13" name="Trail text v2.0"/>
          <p:cNvSpPr txBox="1"/>
          <p:nvPr/>
        </p:nvSpPr>
        <p:spPr>
          <a:xfrm>
            <a:off x="1920240" y="3858768"/>
            <a:ext cx="116128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chemeClr val="tx1"/>
                </a:solidFill>
                <a:latin typeface="+mn-lt"/>
              </a:rPr>
              <a:t>Realigned to the approved Use Case</a:t>
            </a:r>
          </a:p>
        </p:txBody>
      </p:sp>
      <p:sp>
        <p:nvSpPr>
          <p:cNvPr id="14" name="Trail v2.1"/>
          <p:cNvSpPr/>
          <p:nvPr/>
        </p:nvSpPr>
        <p:spPr>
          <a:xfrm>
            <a:off x="3209544" y="3474720"/>
            <a:ext cx="1344168" cy="1005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il version v2.1"/>
          <p:cNvSpPr txBox="1"/>
          <p:nvPr/>
        </p:nvSpPr>
        <p:spPr>
          <a:xfrm>
            <a:off x="3300984" y="3547872"/>
            <a:ext cx="11612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v2.1</a:t>
            </a:r>
          </a:p>
        </p:txBody>
      </p:sp>
      <p:sp>
        <p:nvSpPr>
          <p:cNvPr id="16" name="Trail text v2.1"/>
          <p:cNvSpPr txBox="1"/>
          <p:nvPr/>
        </p:nvSpPr>
        <p:spPr>
          <a:xfrm>
            <a:off x="3300984" y="3858768"/>
            <a:ext cx="116128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chemeClr val="tx1"/>
                </a:solidFill>
                <a:latin typeface="+mn-lt"/>
              </a:rPr>
              <a:t>Review findings fixed</a:t>
            </a:r>
          </a:p>
        </p:txBody>
      </p:sp>
      <p:sp>
        <p:nvSpPr>
          <p:cNvPr id="17" name="Trail v2.2"/>
          <p:cNvSpPr/>
          <p:nvPr/>
        </p:nvSpPr>
        <p:spPr>
          <a:xfrm>
            <a:off x="4590288" y="3474720"/>
            <a:ext cx="1344168" cy="1005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il version v2.2"/>
          <p:cNvSpPr txBox="1"/>
          <p:nvPr/>
        </p:nvSpPr>
        <p:spPr>
          <a:xfrm>
            <a:off x="4681728" y="3547872"/>
            <a:ext cx="11612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v2.2</a:t>
            </a:r>
          </a:p>
        </p:txBody>
      </p:sp>
      <p:sp>
        <p:nvSpPr>
          <p:cNvPr id="19" name="Trail text v2.2"/>
          <p:cNvSpPr txBox="1"/>
          <p:nvPr/>
        </p:nvSpPr>
        <p:spPr>
          <a:xfrm>
            <a:off x="4681728" y="3858768"/>
            <a:ext cx="116128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chemeClr val="tx1"/>
                </a:solidFill>
                <a:latin typeface="+mn-lt"/>
              </a:rPr>
              <a:t>Scope narrowed to registry, slot release, acceptance</a:t>
            </a:r>
          </a:p>
        </p:txBody>
      </p:sp>
      <p:sp>
        <p:nvSpPr>
          <p:cNvPr id="20" name="Trail v2.3"/>
          <p:cNvSpPr/>
          <p:nvPr/>
        </p:nvSpPr>
        <p:spPr>
          <a:xfrm>
            <a:off x="5971031" y="3474720"/>
            <a:ext cx="1344168" cy="1005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il version v2.3"/>
          <p:cNvSpPr txBox="1"/>
          <p:nvPr/>
        </p:nvSpPr>
        <p:spPr>
          <a:xfrm>
            <a:off x="6062472" y="3547872"/>
            <a:ext cx="11612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v2.3</a:t>
            </a:r>
          </a:p>
        </p:txBody>
      </p:sp>
      <p:sp>
        <p:nvSpPr>
          <p:cNvPr id="22" name="Trail text v2.3"/>
          <p:cNvSpPr txBox="1"/>
          <p:nvPr/>
        </p:nvSpPr>
        <p:spPr>
          <a:xfrm>
            <a:off x="6062472" y="3858768"/>
            <a:ext cx="116128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chemeClr val="tx1"/>
                </a:solidFill>
                <a:latin typeface="+mn-lt"/>
              </a:rPr>
              <a:t>Consistency fixes</a:t>
            </a:r>
          </a:p>
        </p:txBody>
      </p:sp>
      <p:sp>
        <p:nvSpPr>
          <p:cNvPr id="23" name="Trail v2.4"/>
          <p:cNvSpPr/>
          <p:nvPr/>
        </p:nvSpPr>
        <p:spPr>
          <a:xfrm>
            <a:off x="7351775" y="3474720"/>
            <a:ext cx="1344168" cy="1005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il version v2.4"/>
          <p:cNvSpPr txBox="1"/>
          <p:nvPr/>
        </p:nvSpPr>
        <p:spPr>
          <a:xfrm>
            <a:off x="7443215" y="3547872"/>
            <a:ext cx="11612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v2.4</a:t>
            </a:r>
          </a:p>
        </p:txBody>
      </p:sp>
      <p:sp>
        <p:nvSpPr>
          <p:cNvPr id="25" name="Trail text v2.4"/>
          <p:cNvSpPr txBox="1"/>
          <p:nvPr/>
        </p:nvSpPr>
        <p:spPr>
          <a:xfrm>
            <a:off x="7443215" y="3858768"/>
            <a:ext cx="116128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chemeClr val="tx1"/>
                </a:solidFill>
                <a:latin typeface="+mn-lt"/>
              </a:rPr>
              <a:t>Product Owner decisions applied</a:t>
            </a:r>
          </a:p>
        </p:txBody>
      </p:sp>
      <p:sp>
        <p:nvSpPr>
          <p:cNvPr id="26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Team 7 · Cardiology Specialist Waitlist</a:t>
            </a:r>
          </a:p>
        </p:txBody>
      </p:sp>
      <p:sp>
        <p:nvSpPr>
          <p:cNvPr id="27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7 — Fernanda Hernández, Julio Flores, Uriel Angeles, Juan Carlos Abarca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sevier Light">
  <a:themeElements>
    <a:clrScheme name="2025">
      <a:dk1>
        <a:srgbClr val="544946"/>
      </a:dk1>
      <a:lt1>
        <a:srgbClr val="FFFFFF"/>
      </a:lt1>
      <a:dk2>
        <a:srgbClr val="1E1E1E"/>
      </a:dk2>
      <a:lt2>
        <a:srgbClr val="F5F4ED"/>
      </a:lt2>
      <a:accent1>
        <a:srgbClr val="FF551D"/>
      </a:accent1>
      <a:accent2>
        <a:srgbClr val="9B51E0"/>
      </a:accent2>
      <a:accent3>
        <a:srgbClr val="0054F7"/>
      </a:accent3>
      <a:accent4>
        <a:srgbClr val="00C853"/>
      </a:accent4>
      <a:accent5>
        <a:srgbClr val="FBB200"/>
      </a:accent5>
      <a:accent6>
        <a:srgbClr val="00008B"/>
      </a:accent6>
      <a:hlink>
        <a:srgbClr val="2854FE"/>
      </a:hlink>
      <a:folHlink>
        <a:srgbClr val="00008B"/>
      </a:folHlink>
    </a:clrScheme>
    <a:fontScheme name="Elsevier_Font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lt1"/>
        </a:lnRef>
        <a:fillRef idx="1">
          <a:schemeClr val="lt1"/>
        </a:fillRef>
        <a:effectRef idx="0">
          <a:schemeClr val="lt1"/>
        </a:effectRef>
        <a:fontRef idx="minor">
          <a:schemeClr val="bg2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noAutofit/>
      </a:bodyPr>
      <a:lstStyle>
        <a:defPPr algn="l">
          <a:defRPr smtClean="0"/>
        </a:defPPr>
      </a:lstStyle>
    </a:txDef>
  </a:objectDefaults>
  <a:extraClrSchemeLst/>
  <a:custClrLst>
    <a:custClr name="Vital Orange">
      <a:srgbClr val="FF551D"/>
    </a:custClr>
    <a:custClr name="Purple">
      <a:srgbClr val="9B51E0"/>
    </a:custClr>
    <a:custClr name="Blue">
      <a:srgbClr val="0054F7"/>
    </a:custClr>
    <a:custClr name="Green">
      <a:srgbClr val="00C853"/>
    </a:custClr>
    <a:custClr name="Yellow">
      <a:srgbClr val="FFB200"/>
    </a:custClr>
    <a:custClr name="Deep Ocean">
      <a:srgbClr val="00008B"/>
    </a:custClr>
    <a:custClr name="Crimson">
      <a:srgbClr val="DC143C"/>
    </a:custClr>
    <a:custClr name="Teal">
      <a:srgbClr val="009688"/>
    </a:custClr>
    <a:custClr name="Muted Blue">
      <a:srgbClr val="4682B4"/>
    </a:custClr>
    <a:custClr name="Action Blue">
      <a:srgbClr val="2354FF"/>
    </a:custClr>
    <a:custClr name="Orange 2">
      <a:srgbClr val="FFA76C"/>
    </a:custClr>
    <a:custClr name="Purple 2">
      <a:srgbClr val="DBC5F7"/>
    </a:custClr>
    <a:custClr name="Blue 2">
      <a:srgbClr val="B2DDF1"/>
    </a:custClr>
    <a:custClr name="Green 2">
      <a:srgbClr val="ADEDC8"/>
    </a:custClr>
    <a:custClr name="Yellow 2">
      <a:srgbClr val="FFD98E"/>
    </a:custClr>
    <a:custClr name="Ocean Blue 2">
      <a:srgbClr val="5D77C1"/>
    </a:custClr>
    <a:custClr name="Crimson 2">
      <a:srgbClr val="FA9EB0"/>
    </a:custClr>
    <a:custClr name="Teal 2">
      <a:srgbClr val="77CFCA"/>
    </a:custClr>
    <a:custClr name="Muted Blue 2">
      <a:srgbClr val="82B9C8"/>
    </a:custClr>
    <a:custClr name="Ivory">
      <a:srgbClr val="E1DFDB"/>
    </a:custClr>
    <a:custClr name="Orange 3">
      <a:srgbClr val="B23A00"/>
    </a:custClr>
    <a:custClr name="Purple 3">
      <a:srgbClr val="61259B"/>
    </a:custClr>
    <a:custClr name="Blue 3">
      <a:srgbClr val="003D8B"/>
    </a:custClr>
    <a:custClr name="Green 3">
      <a:srgbClr val="006633"/>
    </a:custClr>
    <a:custClr name="Yellow 3">
      <a:srgbClr val="996900"/>
    </a:custClr>
    <a:custClr name="Ocean Blue 3">
      <a:srgbClr val="100C6B"/>
    </a:custClr>
    <a:custClr name="Crimson 3">
      <a:srgbClr val="8B0000"/>
    </a:custClr>
    <a:custClr name="Teal 3">
      <a:srgbClr val="004D4B"/>
    </a:custClr>
    <a:custClr name="Muted Blue 3">
      <a:srgbClr val="175990"/>
    </a:custClr>
    <a:custClr name="Sand">
      <a:srgbClr val="EAE3D2"/>
    </a:custClr>
    <a:custClr name="Orange 4">
      <a:srgbClr val="FF551D"/>
    </a:custClr>
    <a:custClr name="Orange 5">
      <a:srgbClr val="FFD8B8"/>
    </a:custClr>
    <a:custClr name="Orange 6">
      <a:srgbClr val="FFA76C"/>
    </a:custClr>
    <a:custClr name="Orange 7">
      <a:srgbClr val="D94800"/>
    </a:custClr>
    <a:custClr name="Orange 8">
      <a:srgbClr val="B23A00"/>
    </a:custClr>
    <a:custClr name="Orange 9">
      <a:srgbClr val="8B2C00"/>
    </a:custClr>
  </a:custClrLst>
  <a:extLst>
    <a:ext uri="{05A4C25C-085E-4340-85A3-A5531E510DB2}">
      <thm15:themeFamily xmlns:thm15="http://schemas.microsoft.com/office/thememl/2012/main" name="Elsevier Master Template_2026_Q2" id="{31353618-111B-044A-89E9-D58A7B754038}" vid="{3A30BDF6-180B-7049-B08E-28E02DFDE4AC}"/>
    </a:ext>
  </a:extLst>
</a:theme>
</file>

<file path=ppt/theme/theme2.xml><?xml version="1.0" encoding="utf-8"?>
<a:theme xmlns:a="http://schemas.openxmlformats.org/drawingml/2006/main" name="Elsevier Dark">
  <a:themeElements>
    <a:clrScheme name="2025">
      <a:dk1>
        <a:srgbClr val="544946"/>
      </a:dk1>
      <a:lt1>
        <a:srgbClr val="FFFFFF"/>
      </a:lt1>
      <a:dk2>
        <a:srgbClr val="1E1E1E"/>
      </a:dk2>
      <a:lt2>
        <a:srgbClr val="F5F4ED"/>
      </a:lt2>
      <a:accent1>
        <a:srgbClr val="FF551D"/>
      </a:accent1>
      <a:accent2>
        <a:srgbClr val="9B51E0"/>
      </a:accent2>
      <a:accent3>
        <a:srgbClr val="0054F7"/>
      </a:accent3>
      <a:accent4>
        <a:srgbClr val="00C853"/>
      </a:accent4>
      <a:accent5>
        <a:srgbClr val="FBB200"/>
      </a:accent5>
      <a:accent6>
        <a:srgbClr val="00008B"/>
      </a:accent6>
      <a:hlink>
        <a:srgbClr val="2854FE"/>
      </a:hlink>
      <a:folHlink>
        <a:srgbClr val="00008B"/>
      </a:folHlink>
    </a:clrScheme>
    <a:fontScheme name="Elsevier_Font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lt1"/>
        </a:solidFill>
        <a:ln w="12700">
          <a:solidFill>
            <a:schemeClr val="tx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lt1"/>
        </a:lnRef>
        <a:fillRef idx="1">
          <a:schemeClr val="lt1"/>
        </a:fillRef>
        <a:effectRef idx="0">
          <a:schemeClr val="lt1"/>
        </a:effectRef>
        <a:fontRef idx="minor">
          <a:schemeClr val="bg2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  <a:ln>
          <a:solidFill>
            <a:schemeClr val="tx2"/>
          </a:solidFill>
        </a:ln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Vital Orange">
      <a:srgbClr val="FF551D"/>
    </a:custClr>
    <a:custClr name="Purple">
      <a:srgbClr val="9B51E0"/>
    </a:custClr>
    <a:custClr name="Blue">
      <a:srgbClr val="0054F7"/>
    </a:custClr>
    <a:custClr name="Green">
      <a:srgbClr val="00C853"/>
    </a:custClr>
    <a:custClr name="Yellow">
      <a:srgbClr val="FFB200"/>
    </a:custClr>
    <a:custClr name="Deep Ocean">
      <a:srgbClr val="00008B"/>
    </a:custClr>
    <a:custClr name="Crimson">
      <a:srgbClr val="DC143C"/>
    </a:custClr>
    <a:custClr name="Teal">
      <a:srgbClr val="009688"/>
    </a:custClr>
    <a:custClr name="Muted Blue">
      <a:srgbClr val="4682B4"/>
    </a:custClr>
    <a:custClr name="Action Blue">
      <a:srgbClr val="2354FF"/>
    </a:custClr>
    <a:custClr name="Orange 2">
      <a:srgbClr val="FFA76C"/>
    </a:custClr>
    <a:custClr name="Purple 2">
      <a:srgbClr val="DBC5F7"/>
    </a:custClr>
    <a:custClr name="Blue 2">
      <a:srgbClr val="B2DDF1"/>
    </a:custClr>
    <a:custClr name="Green 2">
      <a:srgbClr val="ADEDC8"/>
    </a:custClr>
    <a:custClr name="Yellow 2">
      <a:srgbClr val="FFD98E"/>
    </a:custClr>
    <a:custClr name="Ocean Blue 2">
      <a:srgbClr val="5D77C1"/>
    </a:custClr>
    <a:custClr name="Crimson 2">
      <a:srgbClr val="FA9EB0"/>
    </a:custClr>
    <a:custClr name="Teal 2">
      <a:srgbClr val="77CFCA"/>
    </a:custClr>
    <a:custClr name="Muted Blue 2">
      <a:srgbClr val="82B9C8"/>
    </a:custClr>
    <a:custClr name="Ivory">
      <a:srgbClr val="E1DFDB"/>
    </a:custClr>
    <a:custClr name="Orange 3">
      <a:srgbClr val="B23A00"/>
    </a:custClr>
    <a:custClr name="Purple 3">
      <a:srgbClr val="61259B"/>
    </a:custClr>
    <a:custClr name="Blue 3">
      <a:srgbClr val="003D8B"/>
    </a:custClr>
    <a:custClr name="Green 3">
      <a:srgbClr val="006633"/>
    </a:custClr>
    <a:custClr name="Yellow 3">
      <a:srgbClr val="996900"/>
    </a:custClr>
    <a:custClr name="Ocean Blue 3">
      <a:srgbClr val="100C6B"/>
    </a:custClr>
    <a:custClr name="Crimson 3">
      <a:srgbClr val="8B0000"/>
    </a:custClr>
    <a:custClr name="Teal 3">
      <a:srgbClr val="004D4B"/>
    </a:custClr>
    <a:custClr name="Muted Blue 3">
      <a:srgbClr val="175990"/>
    </a:custClr>
    <a:custClr name="Sand">
      <a:srgbClr val="EAE3D2"/>
    </a:custClr>
    <a:custClr name="Orange 4">
      <a:srgbClr val="FF551D"/>
    </a:custClr>
    <a:custClr name="Orange 5">
      <a:srgbClr val="FFD8B8"/>
    </a:custClr>
    <a:custClr name="Orange 6">
      <a:srgbClr val="FFA76C"/>
    </a:custClr>
    <a:custClr name="Orange 7">
      <a:srgbClr val="D94800"/>
    </a:custClr>
    <a:custClr name="Orange 8">
      <a:srgbClr val="B23A00"/>
    </a:custClr>
    <a:custClr name="Orange 9">
      <a:srgbClr val="8B2C00"/>
    </a:custClr>
  </a:custClrLst>
  <a:extLst>
    <a:ext uri="{05A4C25C-085E-4340-85A3-A5531E510DB2}">
      <thm15:themeFamily xmlns:thm15="http://schemas.microsoft.com/office/thememl/2012/main" name="Elsevier Master Template_2026_Q2" id="{31353618-111B-044A-89E9-D58A7B754038}" vid="{A1D57B28-C96E-1740-957C-684B59606F3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287a08cf-4c9e-4532-ba81-2b6c52a16464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663E4A26D1414A8236525FA080867F" ma:contentTypeVersion="21" ma:contentTypeDescription="Create a new document." ma:contentTypeScope="" ma:versionID="eddf7435b237f30eb6a74b8209e05383">
  <xsd:schema xmlns:xsd="http://www.w3.org/2001/XMLSchema" xmlns:xs="http://www.w3.org/2001/XMLSchema" xmlns:p="http://schemas.microsoft.com/office/2006/metadata/properties" xmlns:ns1="http://schemas.microsoft.com/sharepoint/v3" xmlns:ns3="287a08cf-4c9e-4532-ba81-2b6c52a16464" xmlns:ns4="af49f56a-dc8e-4f1a-88ac-691a1c44ee59" targetNamespace="http://schemas.microsoft.com/office/2006/metadata/properties" ma:root="true" ma:fieldsID="99d123c835a984f760258aea4f4cefdb" ns1:_="" ns3:_="" ns4:_="">
    <xsd:import namespace="http://schemas.microsoft.com/sharepoint/v3"/>
    <xsd:import namespace="287a08cf-4c9e-4532-ba81-2b6c52a16464"/>
    <xsd:import namespace="af49f56a-dc8e-4f1a-88ac-691a1c44ee5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7a08cf-4c9e-4532-ba81-2b6c52a164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dexed="true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49f56a-dc8e-4f1a-88ac-691a1c44ee5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B5A11B-AB7D-42EF-845F-FF98B8F1C4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0E48A-A7F3-408D-8491-E84D19014ECE}">
  <ds:schemaRefs>
    <ds:schemaRef ds:uri="af49f56a-dc8e-4f1a-88ac-691a1c44ee59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sharepoint/v3"/>
    <ds:schemaRef ds:uri="287a08cf-4c9e-4532-ba81-2b6c52a16464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961FEB1-8DED-4AAE-8438-F93AD58118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87a08cf-4c9e-4532-ba81-2b6c52a16464"/>
    <ds:schemaRef ds:uri="af49f56a-dc8e-4f1a-88ac-691a1c44ee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49ac42a-3eb4-4074-b885-aea26bd6241e}" enabled="1" method="Standard" siteId="{9274ee3f-9425-4109-a27f-9fb15c1067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3624</Words>
  <Application>Microsoft Macintosh PowerPoint</Application>
  <PresentationFormat>On-screen Show (16:9)</PresentationFormat>
  <Paragraphs>475</Paragraphs>
  <Slides>66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Arial</vt:lpstr>
      <vt:lpstr>Courier New</vt:lpstr>
      <vt:lpstr>Georgia</vt:lpstr>
      <vt:lpstr>Lato Light</vt:lpstr>
      <vt:lpstr>System Font Regular</vt:lpstr>
      <vt:lpstr>Elsevier Light</vt:lpstr>
      <vt:lpstr>Elsevier Dark</vt:lpstr>
      <vt:lpstr> PowerPoint Template</vt:lpstr>
      <vt:lpstr> PowerPoint Template</vt:lpstr>
      <vt:lpstr>Additional cover layouts available</vt:lpstr>
      <vt:lpstr>A few tips before you get started…</vt:lpstr>
      <vt:lpstr>A few tips before you get started…</vt:lpstr>
      <vt:lpstr>Text formatting</vt:lpstr>
      <vt:lpstr>Brand colors</vt:lpstr>
      <vt:lpstr>Core brand colors</vt:lpstr>
      <vt:lpstr>Simple data visualization colors</vt:lpstr>
      <vt:lpstr>Complex data visualization colors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This is a section divider layout</vt:lpstr>
      <vt:lpstr>This is an imagery divider layout</vt:lpstr>
      <vt:lpstr>Title and one column</vt:lpstr>
      <vt:lpstr>Title and two columns</vt:lpstr>
      <vt:lpstr>Title and three columns</vt:lpstr>
      <vt:lpstr>Table example</vt:lpstr>
      <vt:lpstr>Pictogram example</vt:lpstr>
      <vt:lpstr>Imagery layout 1</vt:lpstr>
      <vt:lpstr>Imagery layout 2</vt:lpstr>
      <vt:lpstr>Imagery layout 3</vt:lpstr>
      <vt:lpstr>Imagery layout 4</vt:lpstr>
      <vt:lpstr>Imagery layout 5</vt:lpstr>
      <vt:lpstr>Imagery layout 6</vt:lpstr>
      <vt:lpstr>Key information layout, text</vt:lpstr>
      <vt:lpstr>Key information layout, text 2</vt:lpstr>
      <vt:lpstr>Key information layout, table</vt:lpstr>
      <vt:lpstr>Key information layout, chart</vt:lpstr>
      <vt:lpstr>Key information layout, diagram</vt:lpstr>
      <vt:lpstr>Key information — overview example</vt:lpstr>
      <vt:lpstr>Hero content layouts</vt:lpstr>
      <vt:lpstr>This layout is for key headings only.  This not a cover or divider slide.</vt:lpstr>
      <vt:lpstr>This layout is for key headings only.  This not a cover or divider slide.</vt:lpstr>
      <vt:lpstr>PowerPoint Presentation</vt:lpstr>
      <vt:lpstr>“Quote.”</vt:lpstr>
      <vt:lpstr>“Quote.”</vt:lpstr>
      <vt:lpstr>“Quote.”</vt:lpstr>
      <vt:lpstr>Wallpaper background</vt:lpstr>
      <vt:lpstr>PowerPoint Presentation</vt:lpstr>
      <vt:lpstr>Wallpaper background</vt:lpstr>
      <vt:lpstr>PowerPoint Presentation</vt:lpstr>
      <vt:lpstr>Wallpaper background</vt:lpstr>
      <vt:lpstr>PowerPoint Presentation</vt:lpstr>
      <vt:lpstr>PowerPoint Presentation</vt:lpstr>
      <vt:lpstr>PowerPoint Presentation</vt:lpstr>
      <vt:lpstr>Webinar or event slide — speaker information</vt:lpstr>
      <vt:lpstr>Webinar or event slide — speaker information</vt:lpstr>
      <vt:lpstr>Webinar or event slide — speaker information</vt:lpstr>
      <vt:lpstr>Webinar or event slide – speakers</vt:lpstr>
      <vt:lpstr>Webinar or event slide – speakers</vt:lpstr>
      <vt:lpstr>Webinar or event slide – panel</vt:lpstr>
      <vt:lpstr>Webinar or event slide – panel</vt:lpstr>
      <vt:lpstr>PowerPoint Presentation</vt:lpstr>
      <vt:lpstr>Thank you</vt:lpstr>
      <vt:lpstr>PowerPoint Presentation</vt:lpstr>
    </vt:vector>
  </TitlesOfParts>
  <Manager/>
  <Company>Elsevier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Cardiology Specialist Waitlist — Team 7 — Spec Driven Development Hackathon</dc:title>
  <dc:subject>Hackathon presentation</dc:subject>
  <dc:creator>Team 7</dc:creator>
  <cp:keywords/>
  <dc:description/>
  <cp:lastModifiedBy>Unsworth, Craig (ELS-HBE)</cp:lastModifiedBy>
  <cp:revision>4</cp:revision>
  <dcterms:created xsi:type="dcterms:W3CDTF">2026-06-16T11:29:01Z</dcterms:created>
  <dcterms:modified xsi:type="dcterms:W3CDTF">2026-06-17T09:18:36Z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49ac42a-3eb4-4074-b885-aea26bd6241e_Enabled">
    <vt:lpwstr>true</vt:lpwstr>
  </property>
  <property fmtid="{D5CDD505-2E9C-101B-9397-08002B2CF9AE}" pid="3" name="MSIP_Label_549ac42a-3eb4-4074-b885-aea26bd6241e_SetDate">
    <vt:lpwstr>2025-02-28T10:47:49Z</vt:lpwstr>
  </property>
  <property fmtid="{D5CDD505-2E9C-101B-9397-08002B2CF9AE}" pid="4" name="MSIP_Label_549ac42a-3eb4-4074-b885-aea26bd6241e_Method">
    <vt:lpwstr>Standard</vt:lpwstr>
  </property>
  <property fmtid="{D5CDD505-2E9C-101B-9397-08002B2CF9AE}" pid="5" name="MSIP_Label_549ac42a-3eb4-4074-b885-aea26bd6241e_Name">
    <vt:lpwstr>General Business</vt:lpwstr>
  </property>
  <property fmtid="{D5CDD505-2E9C-101B-9397-08002B2CF9AE}" pid="6" name="MSIP_Label_549ac42a-3eb4-4074-b885-aea26bd6241e_SiteId">
    <vt:lpwstr>9274ee3f-9425-4109-a27f-9fb15c10675d</vt:lpwstr>
  </property>
  <property fmtid="{D5CDD505-2E9C-101B-9397-08002B2CF9AE}" pid="7" name="MSIP_Label_549ac42a-3eb4-4074-b885-aea26bd6241e_ActionId">
    <vt:lpwstr>369ce570-4340-40ef-9da0-415c985253cc</vt:lpwstr>
  </property>
  <property fmtid="{D5CDD505-2E9C-101B-9397-08002B2CF9AE}" pid="8" name="MSIP_Label_549ac42a-3eb4-4074-b885-aea26bd6241e_ContentBits">
    <vt:lpwstr>0</vt:lpwstr>
  </property>
  <property fmtid="{D5CDD505-2E9C-101B-9397-08002B2CF9AE}" pid="9" name="MSIP_Label_549ac42a-3eb4-4074-b885-aea26bd6241e_Tag">
    <vt:lpwstr>50, 3, 0, 1</vt:lpwstr>
  </property>
  <property fmtid="{D5CDD505-2E9C-101B-9397-08002B2CF9AE}" pid="10" name="ContentTypeId">
    <vt:lpwstr>0x010100A3663E4A26D1414A8236525FA080867F</vt:lpwstr>
  </property>
</Properties>
</file>